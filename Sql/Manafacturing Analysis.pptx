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5" r:id="rId10"/>
    <p:sldId id="263" r:id="rId11"/>
    <p:sldId id="264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97254D-1F9A-4F44-9C98-C702646DDD3D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511011B-AC1F-476E-88E4-CE992CAAD2A2}">
      <dgm:prSet/>
      <dgm:spPr/>
      <dgm:t>
        <a:bodyPr/>
        <a:lstStyle/>
        <a:p>
          <a:r>
            <a:rPr lang="en-US" dirty="0"/>
            <a:t>Ayush K Sonawane</a:t>
          </a:r>
        </a:p>
      </dgm:t>
    </dgm:pt>
    <dgm:pt modelId="{3BABF0F4-BA1F-4C48-B93A-6A1DE8242925}" type="parTrans" cxnId="{63BDC8BD-2039-442E-B782-A2E7A4657A39}">
      <dgm:prSet/>
      <dgm:spPr/>
      <dgm:t>
        <a:bodyPr/>
        <a:lstStyle/>
        <a:p>
          <a:endParaRPr lang="en-US"/>
        </a:p>
      </dgm:t>
    </dgm:pt>
    <dgm:pt modelId="{456B5595-3F92-4613-B7F1-DE7C52A971D4}" type="sibTrans" cxnId="{63BDC8BD-2039-442E-B782-A2E7A4657A39}">
      <dgm:prSet/>
      <dgm:spPr/>
      <dgm:t>
        <a:bodyPr/>
        <a:lstStyle/>
        <a:p>
          <a:endParaRPr lang="en-US"/>
        </a:p>
      </dgm:t>
    </dgm:pt>
    <dgm:pt modelId="{B29588B8-694F-4ED2-914B-A0EC63554D65}">
      <dgm:prSet/>
      <dgm:spPr/>
      <dgm:t>
        <a:bodyPr/>
        <a:lstStyle/>
        <a:p>
          <a:r>
            <a:rPr lang="en-US"/>
            <a:t>Renuka Sanbal</a:t>
          </a:r>
        </a:p>
      </dgm:t>
    </dgm:pt>
    <dgm:pt modelId="{DF9F88FF-6312-4614-AD56-7F0312B4984A}" type="sibTrans" cxnId="{10C90240-63B5-4BE6-B0F4-AFD8C58E6D3A}">
      <dgm:prSet/>
      <dgm:spPr/>
      <dgm:t>
        <a:bodyPr/>
        <a:lstStyle/>
        <a:p>
          <a:endParaRPr lang="en-US"/>
        </a:p>
      </dgm:t>
    </dgm:pt>
    <dgm:pt modelId="{67AA8466-049B-48CB-896A-4576479B9A0B}" type="parTrans" cxnId="{10C90240-63B5-4BE6-B0F4-AFD8C58E6D3A}">
      <dgm:prSet/>
      <dgm:spPr/>
      <dgm:t>
        <a:bodyPr/>
        <a:lstStyle/>
        <a:p>
          <a:endParaRPr lang="en-US"/>
        </a:p>
      </dgm:t>
    </dgm:pt>
    <dgm:pt modelId="{DE57C2FC-25F3-4BD4-A9BB-BAD8A9F75001}" type="pres">
      <dgm:prSet presAssocID="{0A97254D-1F9A-4F44-9C98-C702646DDD3D}" presName="linear" presStyleCnt="0">
        <dgm:presLayoutVars>
          <dgm:dir/>
          <dgm:animLvl val="lvl"/>
          <dgm:resizeHandles val="exact"/>
        </dgm:presLayoutVars>
      </dgm:prSet>
      <dgm:spPr/>
    </dgm:pt>
    <dgm:pt modelId="{12E73E8B-D500-4B06-82B7-5F8718BF665E}" type="pres">
      <dgm:prSet presAssocID="{A511011B-AC1F-476E-88E4-CE992CAAD2A2}" presName="parentLin" presStyleCnt="0"/>
      <dgm:spPr/>
    </dgm:pt>
    <dgm:pt modelId="{F195B518-83DC-4C71-94C2-ACAA12CF6A72}" type="pres">
      <dgm:prSet presAssocID="{A511011B-AC1F-476E-88E4-CE992CAAD2A2}" presName="parentLeftMargin" presStyleLbl="node1" presStyleIdx="0" presStyleCnt="2"/>
      <dgm:spPr/>
    </dgm:pt>
    <dgm:pt modelId="{800747D8-481F-40D2-B11D-BB719F67470C}" type="pres">
      <dgm:prSet presAssocID="{A511011B-AC1F-476E-88E4-CE992CAAD2A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6C1D92C-5670-4FFE-9B19-CC3E1A57C5DE}" type="pres">
      <dgm:prSet presAssocID="{A511011B-AC1F-476E-88E4-CE992CAAD2A2}" presName="negativeSpace" presStyleCnt="0"/>
      <dgm:spPr/>
    </dgm:pt>
    <dgm:pt modelId="{FB0236FF-24DC-4E7A-8E9C-85711541E230}" type="pres">
      <dgm:prSet presAssocID="{A511011B-AC1F-476E-88E4-CE992CAAD2A2}" presName="childText" presStyleLbl="conFgAcc1" presStyleIdx="0" presStyleCnt="2">
        <dgm:presLayoutVars>
          <dgm:bulletEnabled val="1"/>
        </dgm:presLayoutVars>
      </dgm:prSet>
      <dgm:spPr/>
    </dgm:pt>
    <dgm:pt modelId="{0FA8AA42-6A66-4414-87F6-50A52C87FC4E}" type="pres">
      <dgm:prSet presAssocID="{456B5595-3F92-4613-B7F1-DE7C52A971D4}" presName="spaceBetweenRectangles" presStyleCnt="0"/>
      <dgm:spPr/>
    </dgm:pt>
    <dgm:pt modelId="{8EDB3C0C-E9A5-4ACF-AA2A-7A68398D2BBE}" type="pres">
      <dgm:prSet presAssocID="{B29588B8-694F-4ED2-914B-A0EC63554D65}" presName="parentLin" presStyleCnt="0"/>
      <dgm:spPr/>
    </dgm:pt>
    <dgm:pt modelId="{763C3F49-F21F-487F-88C7-21D7DA2AC2FA}" type="pres">
      <dgm:prSet presAssocID="{B29588B8-694F-4ED2-914B-A0EC63554D65}" presName="parentLeftMargin" presStyleLbl="node1" presStyleIdx="0" presStyleCnt="2"/>
      <dgm:spPr/>
    </dgm:pt>
    <dgm:pt modelId="{A2505E39-BD3B-4473-9F2F-E46B7C23E922}" type="pres">
      <dgm:prSet presAssocID="{B29588B8-694F-4ED2-914B-A0EC63554D6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8E4DF7-0CD3-49A4-A709-21D0A9EFBF69}" type="pres">
      <dgm:prSet presAssocID="{B29588B8-694F-4ED2-914B-A0EC63554D65}" presName="negativeSpace" presStyleCnt="0"/>
      <dgm:spPr/>
    </dgm:pt>
    <dgm:pt modelId="{2582B279-8910-4623-B82C-55F638BA6991}" type="pres">
      <dgm:prSet presAssocID="{B29588B8-694F-4ED2-914B-A0EC63554D6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26DC71F-9FEB-4ACF-9842-6E5E42DC6771}" type="presOf" srcId="{0A97254D-1F9A-4F44-9C98-C702646DDD3D}" destId="{DE57C2FC-25F3-4BD4-A9BB-BAD8A9F75001}" srcOrd="0" destOrd="0" presId="urn:microsoft.com/office/officeart/2005/8/layout/list1"/>
    <dgm:cxn modelId="{10C90240-63B5-4BE6-B0F4-AFD8C58E6D3A}" srcId="{0A97254D-1F9A-4F44-9C98-C702646DDD3D}" destId="{B29588B8-694F-4ED2-914B-A0EC63554D65}" srcOrd="1" destOrd="0" parTransId="{67AA8466-049B-48CB-896A-4576479B9A0B}" sibTransId="{DF9F88FF-6312-4614-AD56-7F0312B4984A}"/>
    <dgm:cxn modelId="{9563A298-132F-4E48-9229-1F966506CE93}" type="presOf" srcId="{A511011B-AC1F-476E-88E4-CE992CAAD2A2}" destId="{F195B518-83DC-4C71-94C2-ACAA12CF6A72}" srcOrd="0" destOrd="0" presId="urn:microsoft.com/office/officeart/2005/8/layout/list1"/>
    <dgm:cxn modelId="{5852B7B8-9B62-4EDD-9D86-809889D20DF7}" type="presOf" srcId="{A511011B-AC1F-476E-88E4-CE992CAAD2A2}" destId="{800747D8-481F-40D2-B11D-BB719F67470C}" srcOrd="1" destOrd="0" presId="urn:microsoft.com/office/officeart/2005/8/layout/list1"/>
    <dgm:cxn modelId="{63BDC8BD-2039-442E-B782-A2E7A4657A39}" srcId="{0A97254D-1F9A-4F44-9C98-C702646DDD3D}" destId="{A511011B-AC1F-476E-88E4-CE992CAAD2A2}" srcOrd="0" destOrd="0" parTransId="{3BABF0F4-BA1F-4C48-B93A-6A1DE8242925}" sibTransId="{456B5595-3F92-4613-B7F1-DE7C52A971D4}"/>
    <dgm:cxn modelId="{52273AD5-01A6-429A-8093-9C1720CFFB06}" type="presOf" srcId="{B29588B8-694F-4ED2-914B-A0EC63554D65}" destId="{763C3F49-F21F-487F-88C7-21D7DA2AC2FA}" srcOrd="0" destOrd="0" presId="urn:microsoft.com/office/officeart/2005/8/layout/list1"/>
    <dgm:cxn modelId="{176570E3-13D7-4A51-88A0-7484B1B0D33C}" type="presOf" srcId="{B29588B8-694F-4ED2-914B-A0EC63554D65}" destId="{A2505E39-BD3B-4473-9F2F-E46B7C23E922}" srcOrd="1" destOrd="0" presId="urn:microsoft.com/office/officeart/2005/8/layout/list1"/>
    <dgm:cxn modelId="{3A99C959-8AFE-4945-B5FA-454B3DF38F07}" type="presParOf" srcId="{DE57C2FC-25F3-4BD4-A9BB-BAD8A9F75001}" destId="{12E73E8B-D500-4B06-82B7-5F8718BF665E}" srcOrd="0" destOrd="0" presId="urn:microsoft.com/office/officeart/2005/8/layout/list1"/>
    <dgm:cxn modelId="{56C217AA-08F7-4BAE-A928-C5B5A9010FF3}" type="presParOf" srcId="{12E73E8B-D500-4B06-82B7-5F8718BF665E}" destId="{F195B518-83DC-4C71-94C2-ACAA12CF6A72}" srcOrd="0" destOrd="0" presId="urn:microsoft.com/office/officeart/2005/8/layout/list1"/>
    <dgm:cxn modelId="{6BEDA3E7-06E8-4AB8-85E7-AF7881453F77}" type="presParOf" srcId="{12E73E8B-D500-4B06-82B7-5F8718BF665E}" destId="{800747D8-481F-40D2-B11D-BB719F67470C}" srcOrd="1" destOrd="0" presId="urn:microsoft.com/office/officeart/2005/8/layout/list1"/>
    <dgm:cxn modelId="{5E61C0B2-7171-4044-B9B0-0FF15009EE5C}" type="presParOf" srcId="{DE57C2FC-25F3-4BD4-A9BB-BAD8A9F75001}" destId="{36C1D92C-5670-4FFE-9B19-CC3E1A57C5DE}" srcOrd="1" destOrd="0" presId="urn:microsoft.com/office/officeart/2005/8/layout/list1"/>
    <dgm:cxn modelId="{97EB0F0B-B5A8-46EF-A012-CBF13A95255B}" type="presParOf" srcId="{DE57C2FC-25F3-4BD4-A9BB-BAD8A9F75001}" destId="{FB0236FF-24DC-4E7A-8E9C-85711541E230}" srcOrd="2" destOrd="0" presId="urn:microsoft.com/office/officeart/2005/8/layout/list1"/>
    <dgm:cxn modelId="{4D46A319-BF4B-4977-B2AF-E424CF215EDC}" type="presParOf" srcId="{DE57C2FC-25F3-4BD4-A9BB-BAD8A9F75001}" destId="{0FA8AA42-6A66-4414-87F6-50A52C87FC4E}" srcOrd="3" destOrd="0" presId="urn:microsoft.com/office/officeart/2005/8/layout/list1"/>
    <dgm:cxn modelId="{BCB0304C-B7D8-4237-910C-B853277EA906}" type="presParOf" srcId="{DE57C2FC-25F3-4BD4-A9BB-BAD8A9F75001}" destId="{8EDB3C0C-E9A5-4ACF-AA2A-7A68398D2BBE}" srcOrd="4" destOrd="0" presId="urn:microsoft.com/office/officeart/2005/8/layout/list1"/>
    <dgm:cxn modelId="{0F09CC5D-CCA5-4DFC-BABB-708F541AE93D}" type="presParOf" srcId="{8EDB3C0C-E9A5-4ACF-AA2A-7A68398D2BBE}" destId="{763C3F49-F21F-487F-88C7-21D7DA2AC2FA}" srcOrd="0" destOrd="0" presId="urn:microsoft.com/office/officeart/2005/8/layout/list1"/>
    <dgm:cxn modelId="{7988C74F-A73C-462E-8C0A-29FD3E664AF5}" type="presParOf" srcId="{8EDB3C0C-E9A5-4ACF-AA2A-7A68398D2BBE}" destId="{A2505E39-BD3B-4473-9F2F-E46B7C23E922}" srcOrd="1" destOrd="0" presId="urn:microsoft.com/office/officeart/2005/8/layout/list1"/>
    <dgm:cxn modelId="{0DA2D36E-18B0-46EE-AE4E-9FD586A509C4}" type="presParOf" srcId="{DE57C2FC-25F3-4BD4-A9BB-BAD8A9F75001}" destId="{108E4DF7-0CD3-49A4-A709-21D0A9EFBF69}" srcOrd="5" destOrd="0" presId="urn:microsoft.com/office/officeart/2005/8/layout/list1"/>
    <dgm:cxn modelId="{6792BFDB-DE19-4A78-9334-D30DE335F61B}" type="presParOf" srcId="{DE57C2FC-25F3-4BD4-A9BB-BAD8A9F75001}" destId="{2582B279-8910-4623-B82C-55F638BA699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BFC05A-E10A-4612-B194-E320057CDD8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DA7E5F-73BC-483D-90EC-06B9EF8978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focuses on analyzing manufacturing data to track production performance, monitor rejection rates, and optimize operational efficiency. </a:t>
          </a:r>
        </a:p>
      </dgm:t>
    </dgm:pt>
    <dgm:pt modelId="{711976D6-4A8B-4E65-989B-99B019D59D45}" type="parTrans" cxnId="{54F6C846-5761-4C63-AC4F-C36D1FC7EE99}">
      <dgm:prSet/>
      <dgm:spPr/>
      <dgm:t>
        <a:bodyPr/>
        <a:lstStyle/>
        <a:p>
          <a:endParaRPr lang="en-US"/>
        </a:p>
      </dgm:t>
    </dgm:pt>
    <dgm:pt modelId="{D203C3B3-8E9A-4CEC-9EF9-29158B3C2F7B}" type="sibTrans" cxnId="{54F6C846-5761-4C63-AC4F-C36D1FC7EE99}">
      <dgm:prSet/>
      <dgm:spPr/>
      <dgm:t>
        <a:bodyPr/>
        <a:lstStyle/>
        <a:p>
          <a:endParaRPr lang="en-US"/>
        </a:p>
      </dgm:t>
    </dgm:pt>
    <dgm:pt modelId="{1DEF9EAE-F66E-49B2-9AFE-B5A402E6D7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leverages data visualizations and KPIs to identify trends, department-wise performance, and workforce productivity.</a:t>
          </a:r>
        </a:p>
      </dgm:t>
    </dgm:pt>
    <dgm:pt modelId="{F7562F54-5FBA-41BB-92F4-C0C16F5A3F5E}" type="parTrans" cxnId="{61A6C804-B976-40E3-8880-40DBCA888E8B}">
      <dgm:prSet/>
      <dgm:spPr/>
      <dgm:t>
        <a:bodyPr/>
        <a:lstStyle/>
        <a:p>
          <a:endParaRPr lang="en-US"/>
        </a:p>
      </dgm:t>
    </dgm:pt>
    <dgm:pt modelId="{35CED001-01FB-43F3-815E-234DEF031B36}" type="sibTrans" cxnId="{61A6C804-B976-40E3-8880-40DBCA888E8B}">
      <dgm:prSet/>
      <dgm:spPr/>
      <dgm:t>
        <a:bodyPr/>
        <a:lstStyle/>
        <a:p>
          <a:endParaRPr lang="en-US"/>
        </a:p>
      </dgm:t>
    </dgm:pt>
    <dgm:pt modelId="{CACFED3A-6617-461F-B7CF-F84A722D234D}" type="pres">
      <dgm:prSet presAssocID="{21BFC05A-E10A-4612-B194-E320057CDD84}" presName="root" presStyleCnt="0">
        <dgm:presLayoutVars>
          <dgm:dir/>
          <dgm:resizeHandles val="exact"/>
        </dgm:presLayoutVars>
      </dgm:prSet>
      <dgm:spPr/>
    </dgm:pt>
    <dgm:pt modelId="{4A71A1A3-7937-486F-A062-CF0A7B645343}" type="pres">
      <dgm:prSet presAssocID="{28DA7E5F-73BC-483D-90EC-06B9EF89780C}" presName="compNode" presStyleCnt="0"/>
      <dgm:spPr/>
    </dgm:pt>
    <dgm:pt modelId="{ED2592D5-361B-4FF8-9516-5C990B025277}" type="pres">
      <dgm:prSet presAssocID="{28DA7E5F-73BC-483D-90EC-06B9EF89780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177707F-F409-46E5-9911-255961ECE0AB}" type="pres">
      <dgm:prSet presAssocID="{28DA7E5F-73BC-483D-90EC-06B9EF89780C}" presName="spaceRect" presStyleCnt="0"/>
      <dgm:spPr/>
    </dgm:pt>
    <dgm:pt modelId="{979210D5-3832-4A4D-B849-FFA9F89FC127}" type="pres">
      <dgm:prSet presAssocID="{28DA7E5F-73BC-483D-90EC-06B9EF89780C}" presName="textRect" presStyleLbl="revTx" presStyleIdx="0" presStyleCnt="2">
        <dgm:presLayoutVars>
          <dgm:chMax val="1"/>
          <dgm:chPref val="1"/>
        </dgm:presLayoutVars>
      </dgm:prSet>
      <dgm:spPr/>
    </dgm:pt>
    <dgm:pt modelId="{715AAFAD-047D-4705-8DF0-356988B8319F}" type="pres">
      <dgm:prSet presAssocID="{D203C3B3-8E9A-4CEC-9EF9-29158B3C2F7B}" presName="sibTrans" presStyleCnt="0"/>
      <dgm:spPr/>
    </dgm:pt>
    <dgm:pt modelId="{2CC3032B-FF37-4AFE-80D9-B3E06787477A}" type="pres">
      <dgm:prSet presAssocID="{1DEF9EAE-F66E-49B2-9AFE-B5A402E6D737}" presName="compNode" presStyleCnt="0"/>
      <dgm:spPr/>
    </dgm:pt>
    <dgm:pt modelId="{0BE52388-B55A-4080-9933-E9BF8C3C3BC8}" type="pres">
      <dgm:prSet presAssocID="{1DEF9EAE-F66E-49B2-9AFE-B5A402E6D73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185D610-34FB-4184-BB41-D758298C8A54}" type="pres">
      <dgm:prSet presAssocID="{1DEF9EAE-F66E-49B2-9AFE-B5A402E6D737}" presName="spaceRect" presStyleCnt="0"/>
      <dgm:spPr/>
    </dgm:pt>
    <dgm:pt modelId="{80FE345F-0508-4929-8F1F-BC45EF32113C}" type="pres">
      <dgm:prSet presAssocID="{1DEF9EAE-F66E-49B2-9AFE-B5A402E6D73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1A6C804-B976-40E3-8880-40DBCA888E8B}" srcId="{21BFC05A-E10A-4612-B194-E320057CDD84}" destId="{1DEF9EAE-F66E-49B2-9AFE-B5A402E6D737}" srcOrd="1" destOrd="0" parTransId="{F7562F54-5FBA-41BB-92F4-C0C16F5A3F5E}" sibTransId="{35CED001-01FB-43F3-815E-234DEF031B36}"/>
    <dgm:cxn modelId="{6631AA36-4366-471A-ABF7-E2BA4BAB3E60}" type="presOf" srcId="{28DA7E5F-73BC-483D-90EC-06B9EF89780C}" destId="{979210D5-3832-4A4D-B849-FFA9F89FC127}" srcOrd="0" destOrd="0" presId="urn:microsoft.com/office/officeart/2018/2/layout/IconLabelList"/>
    <dgm:cxn modelId="{54F6C846-5761-4C63-AC4F-C36D1FC7EE99}" srcId="{21BFC05A-E10A-4612-B194-E320057CDD84}" destId="{28DA7E5F-73BC-483D-90EC-06B9EF89780C}" srcOrd="0" destOrd="0" parTransId="{711976D6-4A8B-4E65-989B-99B019D59D45}" sibTransId="{D203C3B3-8E9A-4CEC-9EF9-29158B3C2F7B}"/>
    <dgm:cxn modelId="{BB0DCA50-E694-4845-8D40-BBD10D1565D5}" type="presOf" srcId="{21BFC05A-E10A-4612-B194-E320057CDD84}" destId="{CACFED3A-6617-461F-B7CF-F84A722D234D}" srcOrd="0" destOrd="0" presId="urn:microsoft.com/office/officeart/2018/2/layout/IconLabelList"/>
    <dgm:cxn modelId="{069594FC-CD00-4FEB-BA72-DF98CE001E6E}" type="presOf" srcId="{1DEF9EAE-F66E-49B2-9AFE-B5A402E6D737}" destId="{80FE345F-0508-4929-8F1F-BC45EF32113C}" srcOrd="0" destOrd="0" presId="urn:microsoft.com/office/officeart/2018/2/layout/IconLabelList"/>
    <dgm:cxn modelId="{15C9A075-E1B1-4C23-A991-3C82F1926196}" type="presParOf" srcId="{CACFED3A-6617-461F-B7CF-F84A722D234D}" destId="{4A71A1A3-7937-486F-A062-CF0A7B645343}" srcOrd="0" destOrd="0" presId="urn:microsoft.com/office/officeart/2018/2/layout/IconLabelList"/>
    <dgm:cxn modelId="{A1C19147-F32C-46FB-A137-F6A114343C38}" type="presParOf" srcId="{4A71A1A3-7937-486F-A062-CF0A7B645343}" destId="{ED2592D5-361B-4FF8-9516-5C990B025277}" srcOrd="0" destOrd="0" presId="urn:microsoft.com/office/officeart/2018/2/layout/IconLabelList"/>
    <dgm:cxn modelId="{0EA994B8-A829-4143-90D3-1025BC208A22}" type="presParOf" srcId="{4A71A1A3-7937-486F-A062-CF0A7B645343}" destId="{8177707F-F409-46E5-9911-255961ECE0AB}" srcOrd="1" destOrd="0" presId="urn:microsoft.com/office/officeart/2018/2/layout/IconLabelList"/>
    <dgm:cxn modelId="{62D5ABDC-A913-4E1F-9383-7976CA436293}" type="presParOf" srcId="{4A71A1A3-7937-486F-A062-CF0A7B645343}" destId="{979210D5-3832-4A4D-B849-FFA9F89FC127}" srcOrd="2" destOrd="0" presId="urn:microsoft.com/office/officeart/2018/2/layout/IconLabelList"/>
    <dgm:cxn modelId="{9A4B4436-4DD1-4A91-B2D9-14A904251C6F}" type="presParOf" srcId="{CACFED3A-6617-461F-B7CF-F84A722D234D}" destId="{715AAFAD-047D-4705-8DF0-356988B8319F}" srcOrd="1" destOrd="0" presId="urn:microsoft.com/office/officeart/2018/2/layout/IconLabelList"/>
    <dgm:cxn modelId="{0E30BAA8-EDFB-4A68-8F38-A48BFD4DAD52}" type="presParOf" srcId="{CACFED3A-6617-461F-B7CF-F84A722D234D}" destId="{2CC3032B-FF37-4AFE-80D9-B3E06787477A}" srcOrd="2" destOrd="0" presId="urn:microsoft.com/office/officeart/2018/2/layout/IconLabelList"/>
    <dgm:cxn modelId="{D6DFC637-C99E-4E6F-B063-402CC147D3C8}" type="presParOf" srcId="{2CC3032B-FF37-4AFE-80D9-B3E06787477A}" destId="{0BE52388-B55A-4080-9933-E9BF8C3C3BC8}" srcOrd="0" destOrd="0" presId="urn:microsoft.com/office/officeart/2018/2/layout/IconLabelList"/>
    <dgm:cxn modelId="{1431F338-9078-44FC-8D31-EB8B723ABB6F}" type="presParOf" srcId="{2CC3032B-FF37-4AFE-80D9-B3E06787477A}" destId="{2185D610-34FB-4184-BB41-D758298C8A54}" srcOrd="1" destOrd="0" presId="urn:microsoft.com/office/officeart/2018/2/layout/IconLabelList"/>
    <dgm:cxn modelId="{15147FAF-E081-4549-A0A0-FBB51580F896}" type="presParOf" srcId="{2CC3032B-FF37-4AFE-80D9-B3E06787477A}" destId="{80FE345F-0508-4929-8F1F-BC45EF3211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B3626D-84C8-41E1-AA0B-937CC8930DE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4D03DD5-AA03-4BFF-BAA5-D8ACCC127B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To monitor key production metrics including Manufactured, Processed, Rejected, and Wastage Quantities.</a:t>
          </a:r>
          <a:endParaRPr lang="en-US"/>
        </a:p>
      </dgm:t>
    </dgm:pt>
    <dgm:pt modelId="{C85F4D00-62AC-4DC0-9B51-C64F901A8AD2}" type="parTrans" cxnId="{5D64F1C1-A002-40CF-BEEC-EFB880E09887}">
      <dgm:prSet/>
      <dgm:spPr/>
      <dgm:t>
        <a:bodyPr/>
        <a:lstStyle/>
        <a:p>
          <a:endParaRPr lang="en-US"/>
        </a:p>
      </dgm:t>
    </dgm:pt>
    <dgm:pt modelId="{174E715E-4386-4279-BD97-5ACFDFC0F448}" type="sibTrans" cxnId="{5D64F1C1-A002-40CF-BEEC-EFB880E0988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7F0BD8-E0E7-4FAE-A719-52C39E3CE3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To analyze rejection patterns by Employee, Machine, and Department.</a:t>
          </a:r>
          <a:endParaRPr lang="en-US"/>
        </a:p>
      </dgm:t>
    </dgm:pt>
    <dgm:pt modelId="{3B4E1D1E-8BB8-440C-B378-201F7346AC0A}" type="parTrans" cxnId="{68CDE0B1-6E89-48B5-BF43-821C46806E35}">
      <dgm:prSet/>
      <dgm:spPr/>
      <dgm:t>
        <a:bodyPr/>
        <a:lstStyle/>
        <a:p>
          <a:endParaRPr lang="en-US"/>
        </a:p>
      </dgm:t>
    </dgm:pt>
    <dgm:pt modelId="{06BC0A09-B4D0-4946-9AA6-DC36D8133CCC}" type="sibTrans" cxnId="{68CDE0B1-6E89-48B5-BF43-821C46806E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1541F2-5266-423E-9D50-C18F8F43CD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To identify production trends and resource utilization.</a:t>
          </a:r>
          <a:endParaRPr lang="en-US"/>
        </a:p>
      </dgm:t>
    </dgm:pt>
    <dgm:pt modelId="{A6ACA366-0C3C-48C2-BE8F-3036EB811AF7}" type="parTrans" cxnId="{059C8E2F-85E4-4F12-9C62-2E026AF280AA}">
      <dgm:prSet/>
      <dgm:spPr/>
      <dgm:t>
        <a:bodyPr/>
        <a:lstStyle/>
        <a:p>
          <a:endParaRPr lang="en-US"/>
        </a:p>
      </dgm:t>
    </dgm:pt>
    <dgm:pt modelId="{ECF26DF9-8AF4-4B1F-AF4B-88240A52CDD7}" type="sibTrans" cxnId="{059C8E2F-85E4-4F12-9C62-2E026AF280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887773-03FB-4C94-A852-9759693B2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To support decision-making by providing actionable insights through dashboards.</a:t>
          </a:r>
          <a:endParaRPr lang="en-US"/>
        </a:p>
      </dgm:t>
    </dgm:pt>
    <dgm:pt modelId="{EE3C0E44-C4C3-4BA1-985F-FBD1821C334D}" type="parTrans" cxnId="{F3034006-37A2-4F0E-96F6-8EEAE3C063A5}">
      <dgm:prSet/>
      <dgm:spPr/>
      <dgm:t>
        <a:bodyPr/>
        <a:lstStyle/>
        <a:p>
          <a:endParaRPr lang="en-US"/>
        </a:p>
      </dgm:t>
    </dgm:pt>
    <dgm:pt modelId="{C4184A82-477F-4822-B376-D125173BEA9E}" type="sibTrans" cxnId="{F3034006-37A2-4F0E-96F6-8EEAE3C063A5}">
      <dgm:prSet/>
      <dgm:spPr/>
      <dgm:t>
        <a:bodyPr/>
        <a:lstStyle/>
        <a:p>
          <a:endParaRPr lang="en-US"/>
        </a:p>
      </dgm:t>
    </dgm:pt>
    <dgm:pt modelId="{8F4B190F-79A0-4632-9BC8-54A8BFF3618C}" type="pres">
      <dgm:prSet presAssocID="{05B3626D-84C8-41E1-AA0B-937CC8930DE6}" presName="root" presStyleCnt="0">
        <dgm:presLayoutVars>
          <dgm:dir/>
          <dgm:resizeHandles val="exact"/>
        </dgm:presLayoutVars>
      </dgm:prSet>
      <dgm:spPr/>
    </dgm:pt>
    <dgm:pt modelId="{13D24B23-E6DF-47E2-BDF9-1CAD9FC4A89E}" type="pres">
      <dgm:prSet presAssocID="{05B3626D-84C8-41E1-AA0B-937CC8930DE6}" presName="container" presStyleCnt="0">
        <dgm:presLayoutVars>
          <dgm:dir/>
          <dgm:resizeHandles val="exact"/>
        </dgm:presLayoutVars>
      </dgm:prSet>
      <dgm:spPr/>
    </dgm:pt>
    <dgm:pt modelId="{F1E307AF-5356-4735-B6F6-856F245002D2}" type="pres">
      <dgm:prSet presAssocID="{34D03DD5-AA03-4BFF-BAA5-D8ACCC127B74}" presName="compNode" presStyleCnt="0"/>
      <dgm:spPr/>
    </dgm:pt>
    <dgm:pt modelId="{315A7A77-E01F-4C4E-A3B3-45E82FC07136}" type="pres">
      <dgm:prSet presAssocID="{34D03DD5-AA03-4BFF-BAA5-D8ACCC127B74}" presName="iconBgRect" presStyleLbl="bgShp" presStyleIdx="0" presStyleCnt="4"/>
      <dgm:spPr/>
    </dgm:pt>
    <dgm:pt modelId="{8848BB8F-67F1-455C-A7A9-DA7867E7C0FE}" type="pres">
      <dgm:prSet presAssocID="{34D03DD5-AA03-4BFF-BAA5-D8ACCC127B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BC51070-FEA7-4260-880C-341B9413A2ED}" type="pres">
      <dgm:prSet presAssocID="{34D03DD5-AA03-4BFF-BAA5-D8ACCC127B74}" presName="spaceRect" presStyleCnt="0"/>
      <dgm:spPr/>
    </dgm:pt>
    <dgm:pt modelId="{A820BDF2-220F-4FA8-9582-0CA3EB15FC04}" type="pres">
      <dgm:prSet presAssocID="{34D03DD5-AA03-4BFF-BAA5-D8ACCC127B74}" presName="textRect" presStyleLbl="revTx" presStyleIdx="0" presStyleCnt="4">
        <dgm:presLayoutVars>
          <dgm:chMax val="1"/>
          <dgm:chPref val="1"/>
        </dgm:presLayoutVars>
      </dgm:prSet>
      <dgm:spPr/>
    </dgm:pt>
    <dgm:pt modelId="{5DE3D7EA-6965-40D2-9D29-A0F6E522022E}" type="pres">
      <dgm:prSet presAssocID="{174E715E-4386-4279-BD97-5ACFDFC0F448}" presName="sibTrans" presStyleLbl="sibTrans2D1" presStyleIdx="0" presStyleCnt="0"/>
      <dgm:spPr/>
    </dgm:pt>
    <dgm:pt modelId="{44809BD9-CBD0-4CC3-A181-3B70E60C768E}" type="pres">
      <dgm:prSet presAssocID="{D57F0BD8-E0E7-4FAE-A719-52C39E3CE33C}" presName="compNode" presStyleCnt="0"/>
      <dgm:spPr/>
    </dgm:pt>
    <dgm:pt modelId="{6532C7BB-0B40-4397-9624-C5DD4405DE16}" type="pres">
      <dgm:prSet presAssocID="{D57F0BD8-E0E7-4FAE-A719-52C39E3CE33C}" presName="iconBgRect" presStyleLbl="bgShp" presStyleIdx="1" presStyleCnt="4"/>
      <dgm:spPr/>
    </dgm:pt>
    <dgm:pt modelId="{D1CAE5BE-0734-46AF-A3F1-BEFB1B82475B}" type="pres">
      <dgm:prSet presAssocID="{D57F0BD8-E0E7-4FAE-A719-52C39E3CE3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E72736B9-16BB-4AD9-9490-997F1344BB16}" type="pres">
      <dgm:prSet presAssocID="{D57F0BD8-E0E7-4FAE-A719-52C39E3CE33C}" presName="spaceRect" presStyleCnt="0"/>
      <dgm:spPr/>
    </dgm:pt>
    <dgm:pt modelId="{F816CD21-97E4-4F35-91C3-DA8996005E03}" type="pres">
      <dgm:prSet presAssocID="{D57F0BD8-E0E7-4FAE-A719-52C39E3CE33C}" presName="textRect" presStyleLbl="revTx" presStyleIdx="1" presStyleCnt="4">
        <dgm:presLayoutVars>
          <dgm:chMax val="1"/>
          <dgm:chPref val="1"/>
        </dgm:presLayoutVars>
      </dgm:prSet>
      <dgm:spPr/>
    </dgm:pt>
    <dgm:pt modelId="{478E53AE-C41B-40FC-BB95-F602277CC8A7}" type="pres">
      <dgm:prSet presAssocID="{06BC0A09-B4D0-4946-9AA6-DC36D8133CCC}" presName="sibTrans" presStyleLbl="sibTrans2D1" presStyleIdx="0" presStyleCnt="0"/>
      <dgm:spPr/>
    </dgm:pt>
    <dgm:pt modelId="{4C1591FA-9089-4AB4-A5A6-9A5A3E4BD088}" type="pres">
      <dgm:prSet presAssocID="{531541F2-5266-423E-9D50-C18F8F43CD7E}" presName="compNode" presStyleCnt="0"/>
      <dgm:spPr/>
    </dgm:pt>
    <dgm:pt modelId="{558DC2D0-AB25-4045-9B29-6200649FD076}" type="pres">
      <dgm:prSet presAssocID="{531541F2-5266-423E-9D50-C18F8F43CD7E}" presName="iconBgRect" presStyleLbl="bgShp" presStyleIdx="2" presStyleCnt="4"/>
      <dgm:spPr/>
    </dgm:pt>
    <dgm:pt modelId="{2BC5E1E7-B58C-41A2-8B3B-CF421E824CF5}" type="pres">
      <dgm:prSet presAssocID="{531541F2-5266-423E-9D50-C18F8F43CD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4EEF7B6-13E4-46A9-BF05-09ED89094FD8}" type="pres">
      <dgm:prSet presAssocID="{531541F2-5266-423E-9D50-C18F8F43CD7E}" presName="spaceRect" presStyleCnt="0"/>
      <dgm:spPr/>
    </dgm:pt>
    <dgm:pt modelId="{8D83977E-8C23-407F-847E-42334E8FE48B}" type="pres">
      <dgm:prSet presAssocID="{531541F2-5266-423E-9D50-C18F8F43CD7E}" presName="textRect" presStyleLbl="revTx" presStyleIdx="2" presStyleCnt="4">
        <dgm:presLayoutVars>
          <dgm:chMax val="1"/>
          <dgm:chPref val="1"/>
        </dgm:presLayoutVars>
      </dgm:prSet>
      <dgm:spPr/>
    </dgm:pt>
    <dgm:pt modelId="{162B2855-1ECF-42E6-A40A-99CC6C623DA0}" type="pres">
      <dgm:prSet presAssocID="{ECF26DF9-8AF4-4B1F-AF4B-88240A52CDD7}" presName="sibTrans" presStyleLbl="sibTrans2D1" presStyleIdx="0" presStyleCnt="0"/>
      <dgm:spPr/>
    </dgm:pt>
    <dgm:pt modelId="{AA8B522F-75C5-4967-AFB9-66BBA0502CB7}" type="pres">
      <dgm:prSet presAssocID="{CC887773-03FB-4C94-A852-9759693B2A4F}" presName="compNode" presStyleCnt="0"/>
      <dgm:spPr/>
    </dgm:pt>
    <dgm:pt modelId="{46324570-56C3-4971-B25A-1916C4F532D9}" type="pres">
      <dgm:prSet presAssocID="{CC887773-03FB-4C94-A852-9759693B2A4F}" presName="iconBgRect" presStyleLbl="bgShp" presStyleIdx="3" presStyleCnt="4"/>
      <dgm:spPr/>
    </dgm:pt>
    <dgm:pt modelId="{9488A472-3208-4F73-8BF0-BEBE83B41077}" type="pres">
      <dgm:prSet presAssocID="{CC887773-03FB-4C94-A852-9759693B2A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FF05434-6E41-4616-97F8-B01E2FC72590}" type="pres">
      <dgm:prSet presAssocID="{CC887773-03FB-4C94-A852-9759693B2A4F}" presName="spaceRect" presStyleCnt="0"/>
      <dgm:spPr/>
    </dgm:pt>
    <dgm:pt modelId="{1332BBE1-4D6A-4BA0-9F58-956A4D485DD7}" type="pres">
      <dgm:prSet presAssocID="{CC887773-03FB-4C94-A852-9759693B2A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3034006-37A2-4F0E-96F6-8EEAE3C063A5}" srcId="{05B3626D-84C8-41E1-AA0B-937CC8930DE6}" destId="{CC887773-03FB-4C94-A852-9759693B2A4F}" srcOrd="3" destOrd="0" parTransId="{EE3C0E44-C4C3-4BA1-985F-FBD1821C334D}" sibTransId="{C4184A82-477F-4822-B376-D125173BEA9E}"/>
    <dgm:cxn modelId="{543A5E2A-55AE-4587-BF4C-5CDC4F2F9675}" type="presOf" srcId="{CC887773-03FB-4C94-A852-9759693B2A4F}" destId="{1332BBE1-4D6A-4BA0-9F58-956A4D485DD7}" srcOrd="0" destOrd="0" presId="urn:microsoft.com/office/officeart/2018/2/layout/IconCircleList"/>
    <dgm:cxn modelId="{059C8E2F-85E4-4F12-9C62-2E026AF280AA}" srcId="{05B3626D-84C8-41E1-AA0B-937CC8930DE6}" destId="{531541F2-5266-423E-9D50-C18F8F43CD7E}" srcOrd="2" destOrd="0" parTransId="{A6ACA366-0C3C-48C2-BE8F-3036EB811AF7}" sibTransId="{ECF26DF9-8AF4-4B1F-AF4B-88240A52CDD7}"/>
    <dgm:cxn modelId="{8DA9255B-D194-49EE-B461-CDF26BFF7F02}" type="presOf" srcId="{06BC0A09-B4D0-4946-9AA6-DC36D8133CCC}" destId="{478E53AE-C41B-40FC-BB95-F602277CC8A7}" srcOrd="0" destOrd="0" presId="urn:microsoft.com/office/officeart/2018/2/layout/IconCircleList"/>
    <dgm:cxn modelId="{10450A5F-373E-4108-B0E2-D46E248125BA}" type="presOf" srcId="{05B3626D-84C8-41E1-AA0B-937CC8930DE6}" destId="{8F4B190F-79A0-4632-9BC8-54A8BFF3618C}" srcOrd="0" destOrd="0" presId="urn:microsoft.com/office/officeart/2018/2/layout/IconCircleList"/>
    <dgm:cxn modelId="{D5561E74-69A8-463C-8A45-DDF8F7B2881C}" type="presOf" srcId="{174E715E-4386-4279-BD97-5ACFDFC0F448}" destId="{5DE3D7EA-6965-40D2-9D29-A0F6E522022E}" srcOrd="0" destOrd="0" presId="urn:microsoft.com/office/officeart/2018/2/layout/IconCircleList"/>
    <dgm:cxn modelId="{EA544776-FAA5-476F-A31B-6F2DB7E6369F}" type="presOf" srcId="{D57F0BD8-E0E7-4FAE-A719-52C39E3CE33C}" destId="{F816CD21-97E4-4F35-91C3-DA8996005E03}" srcOrd="0" destOrd="0" presId="urn:microsoft.com/office/officeart/2018/2/layout/IconCircleList"/>
    <dgm:cxn modelId="{4770159D-4368-4E85-AA48-9078F55F8FB2}" type="presOf" srcId="{34D03DD5-AA03-4BFF-BAA5-D8ACCC127B74}" destId="{A820BDF2-220F-4FA8-9582-0CA3EB15FC04}" srcOrd="0" destOrd="0" presId="urn:microsoft.com/office/officeart/2018/2/layout/IconCircleList"/>
    <dgm:cxn modelId="{68CDE0B1-6E89-48B5-BF43-821C46806E35}" srcId="{05B3626D-84C8-41E1-AA0B-937CC8930DE6}" destId="{D57F0BD8-E0E7-4FAE-A719-52C39E3CE33C}" srcOrd="1" destOrd="0" parTransId="{3B4E1D1E-8BB8-440C-B378-201F7346AC0A}" sibTransId="{06BC0A09-B4D0-4946-9AA6-DC36D8133CCC}"/>
    <dgm:cxn modelId="{030F74B5-2055-4902-9975-9225302AB672}" type="presOf" srcId="{ECF26DF9-8AF4-4B1F-AF4B-88240A52CDD7}" destId="{162B2855-1ECF-42E6-A40A-99CC6C623DA0}" srcOrd="0" destOrd="0" presId="urn:microsoft.com/office/officeart/2018/2/layout/IconCircleList"/>
    <dgm:cxn modelId="{5D64F1C1-A002-40CF-BEEC-EFB880E09887}" srcId="{05B3626D-84C8-41E1-AA0B-937CC8930DE6}" destId="{34D03DD5-AA03-4BFF-BAA5-D8ACCC127B74}" srcOrd="0" destOrd="0" parTransId="{C85F4D00-62AC-4DC0-9B51-C64F901A8AD2}" sibTransId="{174E715E-4386-4279-BD97-5ACFDFC0F448}"/>
    <dgm:cxn modelId="{44568FD2-82AD-4DF5-BA35-72BEC89016C6}" type="presOf" srcId="{531541F2-5266-423E-9D50-C18F8F43CD7E}" destId="{8D83977E-8C23-407F-847E-42334E8FE48B}" srcOrd="0" destOrd="0" presId="urn:microsoft.com/office/officeart/2018/2/layout/IconCircleList"/>
    <dgm:cxn modelId="{E08CC052-BBBB-4CA6-AB60-4C0ABAAC2325}" type="presParOf" srcId="{8F4B190F-79A0-4632-9BC8-54A8BFF3618C}" destId="{13D24B23-E6DF-47E2-BDF9-1CAD9FC4A89E}" srcOrd="0" destOrd="0" presId="urn:microsoft.com/office/officeart/2018/2/layout/IconCircleList"/>
    <dgm:cxn modelId="{EC4A4DFA-AC09-4E34-BE7F-D55BB26766F4}" type="presParOf" srcId="{13D24B23-E6DF-47E2-BDF9-1CAD9FC4A89E}" destId="{F1E307AF-5356-4735-B6F6-856F245002D2}" srcOrd="0" destOrd="0" presId="urn:microsoft.com/office/officeart/2018/2/layout/IconCircleList"/>
    <dgm:cxn modelId="{085888B3-C0AF-4297-91D1-F606F51D1269}" type="presParOf" srcId="{F1E307AF-5356-4735-B6F6-856F245002D2}" destId="{315A7A77-E01F-4C4E-A3B3-45E82FC07136}" srcOrd="0" destOrd="0" presId="urn:microsoft.com/office/officeart/2018/2/layout/IconCircleList"/>
    <dgm:cxn modelId="{833DE862-6CFF-4771-A305-3AD2AE494479}" type="presParOf" srcId="{F1E307AF-5356-4735-B6F6-856F245002D2}" destId="{8848BB8F-67F1-455C-A7A9-DA7867E7C0FE}" srcOrd="1" destOrd="0" presId="urn:microsoft.com/office/officeart/2018/2/layout/IconCircleList"/>
    <dgm:cxn modelId="{1005826A-EF8B-4E4C-BB61-0BFD056E5F3D}" type="presParOf" srcId="{F1E307AF-5356-4735-B6F6-856F245002D2}" destId="{0BC51070-FEA7-4260-880C-341B9413A2ED}" srcOrd="2" destOrd="0" presId="urn:microsoft.com/office/officeart/2018/2/layout/IconCircleList"/>
    <dgm:cxn modelId="{6A5C78D3-9800-4724-82DB-DDF6888EE9D9}" type="presParOf" srcId="{F1E307AF-5356-4735-B6F6-856F245002D2}" destId="{A820BDF2-220F-4FA8-9582-0CA3EB15FC04}" srcOrd="3" destOrd="0" presId="urn:microsoft.com/office/officeart/2018/2/layout/IconCircleList"/>
    <dgm:cxn modelId="{4D252359-B867-4371-84F5-39E6D94F2577}" type="presParOf" srcId="{13D24B23-E6DF-47E2-BDF9-1CAD9FC4A89E}" destId="{5DE3D7EA-6965-40D2-9D29-A0F6E522022E}" srcOrd="1" destOrd="0" presId="urn:microsoft.com/office/officeart/2018/2/layout/IconCircleList"/>
    <dgm:cxn modelId="{67B7C98C-C202-45E7-A8DA-17632BABF24D}" type="presParOf" srcId="{13D24B23-E6DF-47E2-BDF9-1CAD9FC4A89E}" destId="{44809BD9-CBD0-4CC3-A181-3B70E60C768E}" srcOrd="2" destOrd="0" presId="urn:microsoft.com/office/officeart/2018/2/layout/IconCircleList"/>
    <dgm:cxn modelId="{DF413388-3D86-4794-9AE3-64755E7B81F6}" type="presParOf" srcId="{44809BD9-CBD0-4CC3-A181-3B70E60C768E}" destId="{6532C7BB-0B40-4397-9624-C5DD4405DE16}" srcOrd="0" destOrd="0" presId="urn:microsoft.com/office/officeart/2018/2/layout/IconCircleList"/>
    <dgm:cxn modelId="{E86F99DF-FBD0-4096-9382-6EE72A423947}" type="presParOf" srcId="{44809BD9-CBD0-4CC3-A181-3B70E60C768E}" destId="{D1CAE5BE-0734-46AF-A3F1-BEFB1B82475B}" srcOrd="1" destOrd="0" presId="urn:microsoft.com/office/officeart/2018/2/layout/IconCircleList"/>
    <dgm:cxn modelId="{100C447A-0073-4309-9F9F-DD7AB97B1A93}" type="presParOf" srcId="{44809BD9-CBD0-4CC3-A181-3B70E60C768E}" destId="{E72736B9-16BB-4AD9-9490-997F1344BB16}" srcOrd="2" destOrd="0" presId="urn:microsoft.com/office/officeart/2018/2/layout/IconCircleList"/>
    <dgm:cxn modelId="{230FD444-D38E-4CE7-80D0-D14A799DEF32}" type="presParOf" srcId="{44809BD9-CBD0-4CC3-A181-3B70E60C768E}" destId="{F816CD21-97E4-4F35-91C3-DA8996005E03}" srcOrd="3" destOrd="0" presId="urn:microsoft.com/office/officeart/2018/2/layout/IconCircleList"/>
    <dgm:cxn modelId="{8E02874A-AA44-4A0C-B5FB-98ADC80BDE71}" type="presParOf" srcId="{13D24B23-E6DF-47E2-BDF9-1CAD9FC4A89E}" destId="{478E53AE-C41B-40FC-BB95-F602277CC8A7}" srcOrd="3" destOrd="0" presId="urn:microsoft.com/office/officeart/2018/2/layout/IconCircleList"/>
    <dgm:cxn modelId="{8B1C1729-FC3C-448B-8E99-81B084967D63}" type="presParOf" srcId="{13D24B23-E6DF-47E2-BDF9-1CAD9FC4A89E}" destId="{4C1591FA-9089-4AB4-A5A6-9A5A3E4BD088}" srcOrd="4" destOrd="0" presId="urn:microsoft.com/office/officeart/2018/2/layout/IconCircleList"/>
    <dgm:cxn modelId="{CFBD480B-318A-4209-84BD-61D96E4124E1}" type="presParOf" srcId="{4C1591FA-9089-4AB4-A5A6-9A5A3E4BD088}" destId="{558DC2D0-AB25-4045-9B29-6200649FD076}" srcOrd="0" destOrd="0" presId="urn:microsoft.com/office/officeart/2018/2/layout/IconCircleList"/>
    <dgm:cxn modelId="{1BB2FDAE-CD97-4D3B-9F89-BBFA2A5C6FE4}" type="presParOf" srcId="{4C1591FA-9089-4AB4-A5A6-9A5A3E4BD088}" destId="{2BC5E1E7-B58C-41A2-8B3B-CF421E824CF5}" srcOrd="1" destOrd="0" presId="urn:microsoft.com/office/officeart/2018/2/layout/IconCircleList"/>
    <dgm:cxn modelId="{926A5F31-BE79-492C-AB97-FEE205AC9156}" type="presParOf" srcId="{4C1591FA-9089-4AB4-A5A6-9A5A3E4BD088}" destId="{44EEF7B6-13E4-46A9-BF05-09ED89094FD8}" srcOrd="2" destOrd="0" presId="urn:microsoft.com/office/officeart/2018/2/layout/IconCircleList"/>
    <dgm:cxn modelId="{88C0EC3D-3E8C-451B-B312-706850CA35FB}" type="presParOf" srcId="{4C1591FA-9089-4AB4-A5A6-9A5A3E4BD088}" destId="{8D83977E-8C23-407F-847E-42334E8FE48B}" srcOrd="3" destOrd="0" presId="urn:microsoft.com/office/officeart/2018/2/layout/IconCircleList"/>
    <dgm:cxn modelId="{23398F6F-2953-4F68-803C-53F9E27EE0B1}" type="presParOf" srcId="{13D24B23-E6DF-47E2-BDF9-1CAD9FC4A89E}" destId="{162B2855-1ECF-42E6-A40A-99CC6C623DA0}" srcOrd="5" destOrd="0" presId="urn:microsoft.com/office/officeart/2018/2/layout/IconCircleList"/>
    <dgm:cxn modelId="{72454C73-2C42-4B1F-AE2D-FF315D8EC526}" type="presParOf" srcId="{13D24B23-E6DF-47E2-BDF9-1CAD9FC4A89E}" destId="{AA8B522F-75C5-4967-AFB9-66BBA0502CB7}" srcOrd="6" destOrd="0" presId="urn:microsoft.com/office/officeart/2018/2/layout/IconCircleList"/>
    <dgm:cxn modelId="{2E96DBE6-FA6E-4725-9B0D-4F1403549F51}" type="presParOf" srcId="{AA8B522F-75C5-4967-AFB9-66BBA0502CB7}" destId="{46324570-56C3-4971-B25A-1916C4F532D9}" srcOrd="0" destOrd="0" presId="urn:microsoft.com/office/officeart/2018/2/layout/IconCircleList"/>
    <dgm:cxn modelId="{EC88F0F7-0537-43E9-BFF0-E33441CC52CD}" type="presParOf" srcId="{AA8B522F-75C5-4967-AFB9-66BBA0502CB7}" destId="{9488A472-3208-4F73-8BF0-BEBE83B41077}" srcOrd="1" destOrd="0" presId="urn:microsoft.com/office/officeart/2018/2/layout/IconCircleList"/>
    <dgm:cxn modelId="{B7D4AEF1-722A-4E55-BB90-0C9FFC141887}" type="presParOf" srcId="{AA8B522F-75C5-4967-AFB9-66BBA0502CB7}" destId="{EFF05434-6E41-4616-97F8-B01E2FC72590}" srcOrd="2" destOrd="0" presId="urn:microsoft.com/office/officeart/2018/2/layout/IconCircleList"/>
    <dgm:cxn modelId="{1C63359C-E3E1-4E54-B040-1F6662EDC784}" type="presParOf" srcId="{AA8B522F-75C5-4967-AFB9-66BBA0502CB7}" destId="{1332BBE1-4D6A-4BA0-9F58-956A4D485DD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E2D093-43A5-490C-A09F-2D3AE0DFB8B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95B5658-5D88-485D-8151-9AE8BD7F9A03}">
      <dgm:prSet/>
      <dgm:spPr/>
      <dgm:t>
        <a:bodyPr/>
        <a:lstStyle/>
        <a:p>
          <a:r>
            <a:rPr lang="en-US"/>
            <a:t>Total Manufactured Quantity</a:t>
          </a:r>
        </a:p>
      </dgm:t>
    </dgm:pt>
    <dgm:pt modelId="{76633CEB-07DC-4A5A-A6C8-7EC0EC35929B}" type="parTrans" cxnId="{422E4131-B1F2-4FE0-9F7C-FD002A08D634}">
      <dgm:prSet/>
      <dgm:spPr/>
      <dgm:t>
        <a:bodyPr/>
        <a:lstStyle/>
        <a:p>
          <a:endParaRPr lang="en-US"/>
        </a:p>
      </dgm:t>
    </dgm:pt>
    <dgm:pt modelId="{21F5E2EB-2E52-4515-B36E-57586AD8D82F}" type="sibTrans" cxnId="{422E4131-B1F2-4FE0-9F7C-FD002A08D634}">
      <dgm:prSet/>
      <dgm:spPr/>
      <dgm:t>
        <a:bodyPr/>
        <a:lstStyle/>
        <a:p>
          <a:endParaRPr lang="en-US"/>
        </a:p>
      </dgm:t>
    </dgm:pt>
    <dgm:pt modelId="{D21B35FE-8FD5-4FD8-A170-DF79F683B4DA}">
      <dgm:prSet/>
      <dgm:spPr/>
      <dgm:t>
        <a:bodyPr/>
        <a:lstStyle/>
        <a:p>
          <a:r>
            <a:rPr lang="en-US"/>
            <a:t>Total Processed Quantity</a:t>
          </a:r>
        </a:p>
      </dgm:t>
    </dgm:pt>
    <dgm:pt modelId="{0FD280B8-0B09-4C0D-87DA-1E4DF4DCF125}" type="parTrans" cxnId="{3565BFCB-556D-4CDF-BC0F-0EEE10271C96}">
      <dgm:prSet/>
      <dgm:spPr/>
      <dgm:t>
        <a:bodyPr/>
        <a:lstStyle/>
        <a:p>
          <a:endParaRPr lang="en-US"/>
        </a:p>
      </dgm:t>
    </dgm:pt>
    <dgm:pt modelId="{D9143283-EA28-4A9E-AC9E-3E15BD4DB021}" type="sibTrans" cxnId="{3565BFCB-556D-4CDF-BC0F-0EEE10271C96}">
      <dgm:prSet/>
      <dgm:spPr/>
      <dgm:t>
        <a:bodyPr/>
        <a:lstStyle/>
        <a:p>
          <a:endParaRPr lang="en-US"/>
        </a:p>
      </dgm:t>
    </dgm:pt>
    <dgm:pt modelId="{90B7C03A-6355-430B-9D1D-E3AA8C8A9731}">
      <dgm:prSet/>
      <dgm:spPr/>
      <dgm:t>
        <a:bodyPr/>
        <a:lstStyle/>
        <a:p>
          <a:r>
            <a:rPr lang="en-US"/>
            <a:t>Total Rejected Quantity</a:t>
          </a:r>
        </a:p>
      </dgm:t>
    </dgm:pt>
    <dgm:pt modelId="{C07E2552-9AFC-4E2B-A6C0-61AC6C1EE6C5}" type="parTrans" cxnId="{7AB4D551-2A1A-4C98-997B-5AD8F6708A6E}">
      <dgm:prSet/>
      <dgm:spPr/>
      <dgm:t>
        <a:bodyPr/>
        <a:lstStyle/>
        <a:p>
          <a:endParaRPr lang="en-US"/>
        </a:p>
      </dgm:t>
    </dgm:pt>
    <dgm:pt modelId="{50E88078-962C-4178-A9AE-631174BD30DA}" type="sibTrans" cxnId="{7AB4D551-2A1A-4C98-997B-5AD8F6708A6E}">
      <dgm:prSet/>
      <dgm:spPr/>
      <dgm:t>
        <a:bodyPr/>
        <a:lstStyle/>
        <a:p>
          <a:endParaRPr lang="en-US"/>
        </a:p>
      </dgm:t>
    </dgm:pt>
    <dgm:pt modelId="{D0A0AF7B-39AB-4D47-A9C2-46098E36592B}">
      <dgm:prSet/>
      <dgm:spPr/>
      <dgm:t>
        <a:bodyPr/>
        <a:lstStyle/>
        <a:p>
          <a:r>
            <a:rPr lang="en-US"/>
            <a:t>Wastage Percentage</a:t>
          </a:r>
        </a:p>
      </dgm:t>
    </dgm:pt>
    <dgm:pt modelId="{398D371F-68B2-4D13-99E8-6546FC881B50}" type="parTrans" cxnId="{F4BC25E2-F58B-4A47-9BBA-B564DA0702E5}">
      <dgm:prSet/>
      <dgm:spPr/>
      <dgm:t>
        <a:bodyPr/>
        <a:lstStyle/>
        <a:p>
          <a:endParaRPr lang="en-US"/>
        </a:p>
      </dgm:t>
    </dgm:pt>
    <dgm:pt modelId="{53CB2DBE-B316-412F-AC29-1BC5E5A66679}" type="sibTrans" cxnId="{F4BC25E2-F58B-4A47-9BBA-B564DA0702E5}">
      <dgm:prSet/>
      <dgm:spPr/>
      <dgm:t>
        <a:bodyPr/>
        <a:lstStyle/>
        <a:p>
          <a:endParaRPr lang="en-US"/>
        </a:p>
      </dgm:t>
    </dgm:pt>
    <dgm:pt modelId="{BA7A84DF-1C8C-40EE-8AD2-C5F63084DC2B}">
      <dgm:prSet/>
      <dgm:spPr/>
      <dgm:t>
        <a:bodyPr/>
        <a:lstStyle/>
        <a:p>
          <a:r>
            <a:rPr lang="en-US"/>
            <a:t>Employee Wise Rejected Qty</a:t>
          </a:r>
        </a:p>
      </dgm:t>
    </dgm:pt>
    <dgm:pt modelId="{49481028-562C-4DA7-BC41-09A1A6E32DD2}" type="parTrans" cxnId="{6DF7BDCB-79B3-4788-A93B-583D10C2268C}">
      <dgm:prSet/>
      <dgm:spPr/>
      <dgm:t>
        <a:bodyPr/>
        <a:lstStyle/>
        <a:p>
          <a:endParaRPr lang="en-US"/>
        </a:p>
      </dgm:t>
    </dgm:pt>
    <dgm:pt modelId="{74F83715-7A58-47BD-B4AE-5F195BE68DA5}" type="sibTrans" cxnId="{6DF7BDCB-79B3-4788-A93B-583D10C2268C}">
      <dgm:prSet/>
      <dgm:spPr/>
      <dgm:t>
        <a:bodyPr/>
        <a:lstStyle/>
        <a:p>
          <a:endParaRPr lang="en-US"/>
        </a:p>
      </dgm:t>
    </dgm:pt>
    <dgm:pt modelId="{7FA86B2C-3E25-4A3C-9018-CD7AE3B0D7B7}">
      <dgm:prSet/>
      <dgm:spPr/>
      <dgm:t>
        <a:bodyPr/>
        <a:lstStyle/>
        <a:p>
          <a:r>
            <a:rPr lang="en-US"/>
            <a:t>Machine Wise Rejected Qty</a:t>
          </a:r>
        </a:p>
      </dgm:t>
    </dgm:pt>
    <dgm:pt modelId="{558B61FA-6741-4838-B467-16914340A095}" type="parTrans" cxnId="{5F0EED73-F1AC-466D-8351-F1FD1373DF5B}">
      <dgm:prSet/>
      <dgm:spPr/>
      <dgm:t>
        <a:bodyPr/>
        <a:lstStyle/>
        <a:p>
          <a:endParaRPr lang="en-US"/>
        </a:p>
      </dgm:t>
    </dgm:pt>
    <dgm:pt modelId="{C84AC0D7-2F8E-4FAD-A45B-566CAA8B5DA7}" type="sibTrans" cxnId="{5F0EED73-F1AC-466D-8351-F1FD1373DF5B}">
      <dgm:prSet/>
      <dgm:spPr/>
      <dgm:t>
        <a:bodyPr/>
        <a:lstStyle/>
        <a:p>
          <a:endParaRPr lang="en-US"/>
        </a:p>
      </dgm:t>
    </dgm:pt>
    <dgm:pt modelId="{DDCF07A3-B556-474A-878D-8573893EB4EC}">
      <dgm:prSet/>
      <dgm:spPr/>
      <dgm:t>
        <a:bodyPr/>
        <a:lstStyle/>
        <a:p>
          <a:r>
            <a:rPr lang="en-US"/>
            <a:t>Department Wise Manufacturing vs Rejection Ratio</a:t>
          </a:r>
        </a:p>
      </dgm:t>
    </dgm:pt>
    <dgm:pt modelId="{AB1942E2-D2EA-4427-A717-C5DC7CA70527}" type="parTrans" cxnId="{D9D2844C-1A5A-4D74-8A5B-E53FB4A555FD}">
      <dgm:prSet/>
      <dgm:spPr/>
      <dgm:t>
        <a:bodyPr/>
        <a:lstStyle/>
        <a:p>
          <a:endParaRPr lang="en-US"/>
        </a:p>
      </dgm:t>
    </dgm:pt>
    <dgm:pt modelId="{72E90458-4640-4C38-BF46-F2A5032D18AF}" type="sibTrans" cxnId="{D9D2844C-1A5A-4D74-8A5B-E53FB4A555FD}">
      <dgm:prSet/>
      <dgm:spPr/>
      <dgm:t>
        <a:bodyPr/>
        <a:lstStyle/>
        <a:p>
          <a:endParaRPr lang="en-US"/>
        </a:p>
      </dgm:t>
    </dgm:pt>
    <dgm:pt modelId="{8A8ABA0E-0C9D-4FED-9C25-7FC3EFF7149C}">
      <dgm:prSet/>
      <dgm:spPr/>
      <dgm:t>
        <a:bodyPr/>
        <a:lstStyle/>
        <a:p>
          <a:r>
            <a:rPr lang="en-US"/>
            <a:t>Production Utilization Percentage</a:t>
          </a:r>
        </a:p>
      </dgm:t>
    </dgm:pt>
    <dgm:pt modelId="{044CE4EE-9DBA-4D62-A4A8-E4E1746ACC7C}" type="parTrans" cxnId="{75C4D14F-B8CF-4D8F-A107-789870527C08}">
      <dgm:prSet/>
      <dgm:spPr/>
      <dgm:t>
        <a:bodyPr/>
        <a:lstStyle/>
        <a:p>
          <a:endParaRPr lang="en-US"/>
        </a:p>
      </dgm:t>
    </dgm:pt>
    <dgm:pt modelId="{08B8592B-855E-4AF0-A5F0-48A7E58609BD}" type="sibTrans" cxnId="{75C4D14F-B8CF-4D8F-A107-789870527C08}">
      <dgm:prSet/>
      <dgm:spPr/>
      <dgm:t>
        <a:bodyPr/>
        <a:lstStyle/>
        <a:p>
          <a:endParaRPr lang="en-US"/>
        </a:p>
      </dgm:t>
    </dgm:pt>
    <dgm:pt modelId="{59C540DC-CD67-43D7-B4DE-3431CA769F9C}" type="pres">
      <dgm:prSet presAssocID="{3CE2D093-43A5-490C-A09F-2D3AE0DFB8B3}" presName="diagram" presStyleCnt="0">
        <dgm:presLayoutVars>
          <dgm:dir/>
          <dgm:resizeHandles val="exact"/>
        </dgm:presLayoutVars>
      </dgm:prSet>
      <dgm:spPr/>
    </dgm:pt>
    <dgm:pt modelId="{A9F8C8D6-FF6A-402B-AAE9-8A2200D7BA04}" type="pres">
      <dgm:prSet presAssocID="{195B5658-5D88-485D-8151-9AE8BD7F9A03}" presName="node" presStyleLbl="node1" presStyleIdx="0" presStyleCnt="8">
        <dgm:presLayoutVars>
          <dgm:bulletEnabled val="1"/>
        </dgm:presLayoutVars>
      </dgm:prSet>
      <dgm:spPr/>
    </dgm:pt>
    <dgm:pt modelId="{EBF16EB5-5035-4E19-A4D8-235064431023}" type="pres">
      <dgm:prSet presAssocID="{21F5E2EB-2E52-4515-B36E-57586AD8D82F}" presName="sibTrans" presStyleCnt="0"/>
      <dgm:spPr/>
    </dgm:pt>
    <dgm:pt modelId="{D9EA8FE4-7BAC-4103-96CE-A58A9649780A}" type="pres">
      <dgm:prSet presAssocID="{D21B35FE-8FD5-4FD8-A170-DF79F683B4DA}" presName="node" presStyleLbl="node1" presStyleIdx="1" presStyleCnt="8">
        <dgm:presLayoutVars>
          <dgm:bulletEnabled val="1"/>
        </dgm:presLayoutVars>
      </dgm:prSet>
      <dgm:spPr/>
    </dgm:pt>
    <dgm:pt modelId="{32662A10-FF0F-4A9E-9064-70B08EBDE8FE}" type="pres">
      <dgm:prSet presAssocID="{D9143283-EA28-4A9E-AC9E-3E15BD4DB021}" presName="sibTrans" presStyleCnt="0"/>
      <dgm:spPr/>
    </dgm:pt>
    <dgm:pt modelId="{22401EFB-750A-4877-B157-795CC3D7A5EC}" type="pres">
      <dgm:prSet presAssocID="{90B7C03A-6355-430B-9D1D-E3AA8C8A9731}" presName="node" presStyleLbl="node1" presStyleIdx="2" presStyleCnt="8">
        <dgm:presLayoutVars>
          <dgm:bulletEnabled val="1"/>
        </dgm:presLayoutVars>
      </dgm:prSet>
      <dgm:spPr/>
    </dgm:pt>
    <dgm:pt modelId="{42787910-7D7F-460C-9E7B-930DE6A91A62}" type="pres">
      <dgm:prSet presAssocID="{50E88078-962C-4178-A9AE-631174BD30DA}" presName="sibTrans" presStyleCnt="0"/>
      <dgm:spPr/>
    </dgm:pt>
    <dgm:pt modelId="{6EEAC2DC-FFCF-4A7D-BC38-FCC32C6821E7}" type="pres">
      <dgm:prSet presAssocID="{D0A0AF7B-39AB-4D47-A9C2-46098E36592B}" presName="node" presStyleLbl="node1" presStyleIdx="3" presStyleCnt="8">
        <dgm:presLayoutVars>
          <dgm:bulletEnabled val="1"/>
        </dgm:presLayoutVars>
      </dgm:prSet>
      <dgm:spPr/>
    </dgm:pt>
    <dgm:pt modelId="{F7B80797-A1EF-445E-93EA-C26173A0F69A}" type="pres">
      <dgm:prSet presAssocID="{53CB2DBE-B316-412F-AC29-1BC5E5A66679}" presName="sibTrans" presStyleCnt="0"/>
      <dgm:spPr/>
    </dgm:pt>
    <dgm:pt modelId="{BAA445B3-A451-4E8D-A2B8-343DA21E0660}" type="pres">
      <dgm:prSet presAssocID="{BA7A84DF-1C8C-40EE-8AD2-C5F63084DC2B}" presName="node" presStyleLbl="node1" presStyleIdx="4" presStyleCnt="8">
        <dgm:presLayoutVars>
          <dgm:bulletEnabled val="1"/>
        </dgm:presLayoutVars>
      </dgm:prSet>
      <dgm:spPr/>
    </dgm:pt>
    <dgm:pt modelId="{A7552334-CD81-4851-B3E5-523777E16B84}" type="pres">
      <dgm:prSet presAssocID="{74F83715-7A58-47BD-B4AE-5F195BE68DA5}" presName="sibTrans" presStyleCnt="0"/>
      <dgm:spPr/>
    </dgm:pt>
    <dgm:pt modelId="{006EEAE2-39A6-4BFA-B886-F7ED999EB0AF}" type="pres">
      <dgm:prSet presAssocID="{7FA86B2C-3E25-4A3C-9018-CD7AE3B0D7B7}" presName="node" presStyleLbl="node1" presStyleIdx="5" presStyleCnt="8">
        <dgm:presLayoutVars>
          <dgm:bulletEnabled val="1"/>
        </dgm:presLayoutVars>
      </dgm:prSet>
      <dgm:spPr/>
    </dgm:pt>
    <dgm:pt modelId="{55F58BE7-1B2E-419C-BEAC-EAB4C9E92E23}" type="pres">
      <dgm:prSet presAssocID="{C84AC0D7-2F8E-4FAD-A45B-566CAA8B5DA7}" presName="sibTrans" presStyleCnt="0"/>
      <dgm:spPr/>
    </dgm:pt>
    <dgm:pt modelId="{58FE860F-8D1F-4336-9410-CA978C909B17}" type="pres">
      <dgm:prSet presAssocID="{DDCF07A3-B556-474A-878D-8573893EB4EC}" presName="node" presStyleLbl="node1" presStyleIdx="6" presStyleCnt="8">
        <dgm:presLayoutVars>
          <dgm:bulletEnabled val="1"/>
        </dgm:presLayoutVars>
      </dgm:prSet>
      <dgm:spPr/>
    </dgm:pt>
    <dgm:pt modelId="{7AB5025D-3167-49FC-B058-0CBC360792B6}" type="pres">
      <dgm:prSet presAssocID="{72E90458-4640-4C38-BF46-F2A5032D18AF}" presName="sibTrans" presStyleCnt="0"/>
      <dgm:spPr/>
    </dgm:pt>
    <dgm:pt modelId="{7F98E404-A046-40A4-9EEB-572FBC5A1C71}" type="pres">
      <dgm:prSet presAssocID="{8A8ABA0E-0C9D-4FED-9C25-7FC3EFF7149C}" presName="node" presStyleLbl="node1" presStyleIdx="7" presStyleCnt="8">
        <dgm:presLayoutVars>
          <dgm:bulletEnabled val="1"/>
        </dgm:presLayoutVars>
      </dgm:prSet>
      <dgm:spPr/>
    </dgm:pt>
  </dgm:ptLst>
  <dgm:cxnLst>
    <dgm:cxn modelId="{E54C2916-04D7-4FF2-9E0D-F3FD41708C0C}" type="presOf" srcId="{7FA86B2C-3E25-4A3C-9018-CD7AE3B0D7B7}" destId="{006EEAE2-39A6-4BFA-B886-F7ED999EB0AF}" srcOrd="0" destOrd="0" presId="urn:microsoft.com/office/officeart/2005/8/layout/default"/>
    <dgm:cxn modelId="{3E55B830-E8CB-4889-A641-91D07169B543}" type="presOf" srcId="{195B5658-5D88-485D-8151-9AE8BD7F9A03}" destId="{A9F8C8D6-FF6A-402B-AAE9-8A2200D7BA04}" srcOrd="0" destOrd="0" presId="urn:microsoft.com/office/officeart/2005/8/layout/default"/>
    <dgm:cxn modelId="{422E4131-B1F2-4FE0-9F7C-FD002A08D634}" srcId="{3CE2D093-43A5-490C-A09F-2D3AE0DFB8B3}" destId="{195B5658-5D88-485D-8151-9AE8BD7F9A03}" srcOrd="0" destOrd="0" parTransId="{76633CEB-07DC-4A5A-A6C8-7EC0EC35929B}" sibTransId="{21F5E2EB-2E52-4515-B36E-57586AD8D82F}"/>
    <dgm:cxn modelId="{D9D2844C-1A5A-4D74-8A5B-E53FB4A555FD}" srcId="{3CE2D093-43A5-490C-A09F-2D3AE0DFB8B3}" destId="{DDCF07A3-B556-474A-878D-8573893EB4EC}" srcOrd="6" destOrd="0" parTransId="{AB1942E2-D2EA-4427-A717-C5DC7CA70527}" sibTransId="{72E90458-4640-4C38-BF46-F2A5032D18AF}"/>
    <dgm:cxn modelId="{75C4D14F-B8CF-4D8F-A107-789870527C08}" srcId="{3CE2D093-43A5-490C-A09F-2D3AE0DFB8B3}" destId="{8A8ABA0E-0C9D-4FED-9C25-7FC3EFF7149C}" srcOrd="7" destOrd="0" parTransId="{044CE4EE-9DBA-4D62-A4A8-E4E1746ACC7C}" sibTransId="{08B8592B-855E-4AF0-A5F0-48A7E58609BD}"/>
    <dgm:cxn modelId="{19059D50-684D-4D35-8AA3-BDD48FC71440}" type="presOf" srcId="{DDCF07A3-B556-474A-878D-8573893EB4EC}" destId="{58FE860F-8D1F-4336-9410-CA978C909B17}" srcOrd="0" destOrd="0" presId="urn:microsoft.com/office/officeart/2005/8/layout/default"/>
    <dgm:cxn modelId="{7AB4D551-2A1A-4C98-997B-5AD8F6708A6E}" srcId="{3CE2D093-43A5-490C-A09F-2D3AE0DFB8B3}" destId="{90B7C03A-6355-430B-9D1D-E3AA8C8A9731}" srcOrd="2" destOrd="0" parTransId="{C07E2552-9AFC-4E2B-A6C0-61AC6C1EE6C5}" sibTransId="{50E88078-962C-4178-A9AE-631174BD30DA}"/>
    <dgm:cxn modelId="{5F0EED73-F1AC-466D-8351-F1FD1373DF5B}" srcId="{3CE2D093-43A5-490C-A09F-2D3AE0DFB8B3}" destId="{7FA86B2C-3E25-4A3C-9018-CD7AE3B0D7B7}" srcOrd="5" destOrd="0" parTransId="{558B61FA-6741-4838-B467-16914340A095}" sibTransId="{C84AC0D7-2F8E-4FAD-A45B-566CAA8B5DA7}"/>
    <dgm:cxn modelId="{BBBCF39F-2C1F-4CB8-8001-2739DB017767}" type="presOf" srcId="{3CE2D093-43A5-490C-A09F-2D3AE0DFB8B3}" destId="{59C540DC-CD67-43D7-B4DE-3431CA769F9C}" srcOrd="0" destOrd="0" presId="urn:microsoft.com/office/officeart/2005/8/layout/default"/>
    <dgm:cxn modelId="{9C2DCBBE-61C6-454B-87A9-E31CE2B778AD}" type="presOf" srcId="{D21B35FE-8FD5-4FD8-A170-DF79F683B4DA}" destId="{D9EA8FE4-7BAC-4103-96CE-A58A9649780A}" srcOrd="0" destOrd="0" presId="urn:microsoft.com/office/officeart/2005/8/layout/default"/>
    <dgm:cxn modelId="{2580E4C1-2B42-4117-BE97-F773DFB04C27}" type="presOf" srcId="{90B7C03A-6355-430B-9D1D-E3AA8C8A9731}" destId="{22401EFB-750A-4877-B157-795CC3D7A5EC}" srcOrd="0" destOrd="0" presId="urn:microsoft.com/office/officeart/2005/8/layout/default"/>
    <dgm:cxn modelId="{6DF7BDCB-79B3-4788-A93B-583D10C2268C}" srcId="{3CE2D093-43A5-490C-A09F-2D3AE0DFB8B3}" destId="{BA7A84DF-1C8C-40EE-8AD2-C5F63084DC2B}" srcOrd="4" destOrd="0" parTransId="{49481028-562C-4DA7-BC41-09A1A6E32DD2}" sibTransId="{74F83715-7A58-47BD-B4AE-5F195BE68DA5}"/>
    <dgm:cxn modelId="{3565BFCB-556D-4CDF-BC0F-0EEE10271C96}" srcId="{3CE2D093-43A5-490C-A09F-2D3AE0DFB8B3}" destId="{D21B35FE-8FD5-4FD8-A170-DF79F683B4DA}" srcOrd="1" destOrd="0" parTransId="{0FD280B8-0B09-4C0D-87DA-1E4DF4DCF125}" sibTransId="{D9143283-EA28-4A9E-AC9E-3E15BD4DB021}"/>
    <dgm:cxn modelId="{9DCAD1D2-E177-478E-AE48-15A81CE1EAAD}" type="presOf" srcId="{8A8ABA0E-0C9D-4FED-9C25-7FC3EFF7149C}" destId="{7F98E404-A046-40A4-9EEB-572FBC5A1C71}" srcOrd="0" destOrd="0" presId="urn:microsoft.com/office/officeart/2005/8/layout/default"/>
    <dgm:cxn modelId="{F4BC25E2-F58B-4A47-9BBA-B564DA0702E5}" srcId="{3CE2D093-43A5-490C-A09F-2D3AE0DFB8B3}" destId="{D0A0AF7B-39AB-4D47-A9C2-46098E36592B}" srcOrd="3" destOrd="0" parTransId="{398D371F-68B2-4D13-99E8-6546FC881B50}" sibTransId="{53CB2DBE-B316-412F-AC29-1BC5E5A66679}"/>
    <dgm:cxn modelId="{2849FFE9-6A0F-4947-A0BB-EF97547AFB42}" type="presOf" srcId="{D0A0AF7B-39AB-4D47-A9C2-46098E36592B}" destId="{6EEAC2DC-FFCF-4A7D-BC38-FCC32C6821E7}" srcOrd="0" destOrd="0" presId="urn:microsoft.com/office/officeart/2005/8/layout/default"/>
    <dgm:cxn modelId="{2F1286EA-97B1-4F3D-A173-59681B18F695}" type="presOf" srcId="{BA7A84DF-1C8C-40EE-8AD2-C5F63084DC2B}" destId="{BAA445B3-A451-4E8D-A2B8-343DA21E0660}" srcOrd="0" destOrd="0" presId="urn:microsoft.com/office/officeart/2005/8/layout/default"/>
    <dgm:cxn modelId="{F0730FE5-3CE6-4959-8BF4-4D9350FD7A20}" type="presParOf" srcId="{59C540DC-CD67-43D7-B4DE-3431CA769F9C}" destId="{A9F8C8D6-FF6A-402B-AAE9-8A2200D7BA04}" srcOrd="0" destOrd="0" presId="urn:microsoft.com/office/officeart/2005/8/layout/default"/>
    <dgm:cxn modelId="{EC4CC44C-DF96-462B-8F48-3AFA1E3E625C}" type="presParOf" srcId="{59C540DC-CD67-43D7-B4DE-3431CA769F9C}" destId="{EBF16EB5-5035-4E19-A4D8-235064431023}" srcOrd="1" destOrd="0" presId="urn:microsoft.com/office/officeart/2005/8/layout/default"/>
    <dgm:cxn modelId="{3E50EB79-C859-449B-9004-FD26D022079A}" type="presParOf" srcId="{59C540DC-CD67-43D7-B4DE-3431CA769F9C}" destId="{D9EA8FE4-7BAC-4103-96CE-A58A9649780A}" srcOrd="2" destOrd="0" presId="urn:microsoft.com/office/officeart/2005/8/layout/default"/>
    <dgm:cxn modelId="{A6985A3A-CB0B-4DAF-9FD9-CF3CABA28536}" type="presParOf" srcId="{59C540DC-CD67-43D7-B4DE-3431CA769F9C}" destId="{32662A10-FF0F-4A9E-9064-70B08EBDE8FE}" srcOrd="3" destOrd="0" presId="urn:microsoft.com/office/officeart/2005/8/layout/default"/>
    <dgm:cxn modelId="{E01859F3-72F0-4DC2-9410-A3965A5C438C}" type="presParOf" srcId="{59C540DC-CD67-43D7-B4DE-3431CA769F9C}" destId="{22401EFB-750A-4877-B157-795CC3D7A5EC}" srcOrd="4" destOrd="0" presId="urn:microsoft.com/office/officeart/2005/8/layout/default"/>
    <dgm:cxn modelId="{5CEF8D03-E922-4027-83C6-E8C51D689082}" type="presParOf" srcId="{59C540DC-CD67-43D7-B4DE-3431CA769F9C}" destId="{42787910-7D7F-460C-9E7B-930DE6A91A62}" srcOrd="5" destOrd="0" presId="urn:microsoft.com/office/officeart/2005/8/layout/default"/>
    <dgm:cxn modelId="{A1EF54B4-874E-47FA-A8CD-AB81D9A268F7}" type="presParOf" srcId="{59C540DC-CD67-43D7-B4DE-3431CA769F9C}" destId="{6EEAC2DC-FFCF-4A7D-BC38-FCC32C6821E7}" srcOrd="6" destOrd="0" presId="urn:microsoft.com/office/officeart/2005/8/layout/default"/>
    <dgm:cxn modelId="{DE078F26-5A12-423B-8494-5AEF09D9A06F}" type="presParOf" srcId="{59C540DC-CD67-43D7-B4DE-3431CA769F9C}" destId="{F7B80797-A1EF-445E-93EA-C26173A0F69A}" srcOrd="7" destOrd="0" presId="urn:microsoft.com/office/officeart/2005/8/layout/default"/>
    <dgm:cxn modelId="{E5D3732A-D6B2-4739-9F75-C128420C14F5}" type="presParOf" srcId="{59C540DC-CD67-43D7-B4DE-3431CA769F9C}" destId="{BAA445B3-A451-4E8D-A2B8-343DA21E0660}" srcOrd="8" destOrd="0" presId="urn:microsoft.com/office/officeart/2005/8/layout/default"/>
    <dgm:cxn modelId="{FC184EC0-E103-44F4-8307-B05BCA8DB31C}" type="presParOf" srcId="{59C540DC-CD67-43D7-B4DE-3431CA769F9C}" destId="{A7552334-CD81-4851-B3E5-523777E16B84}" srcOrd="9" destOrd="0" presId="urn:microsoft.com/office/officeart/2005/8/layout/default"/>
    <dgm:cxn modelId="{462368C5-2726-4C3B-930C-D386B5085C69}" type="presParOf" srcId="{59C540DC-CD67-43D7-B4DE-3431CA769F9C}" destId="{006EEAE2-39A6-4BFA-B886-F7ED999EB0AF}" srcOrd="10" destOrd="0" presId="urn:microsoft.com/office/officeart/2005/8/layout/default"/>
    <dgm:cxn modelId="{BDE1FCC7-8460-4B96-980F-58A8261C132A}" type="presParOf" srcId="{59C540DC-CD67-43D7-B4DE-3431CA769F9C}" destId="{55F58BE7-1B2E-419C-BEAC-EAB4C9E92E23}" srcOrd="11" destOrd="0" presId="urn:microsoft.com/office/officeart/2005/8/layout/default"/>
    <dgm:cxn modelId="{4B7A1F9D-7842-47F9-A850-0CFD424E3F86}" type="presParOf" srcId="{59C540DC-CD67-43D7-B4DE-3431CA769F9C}" destId="{58FE860F-8D1F-4336-9410-CA978C909B17}" srcOrd="12" destOrd="0" presId="urn:microsoft.com/office/officeart/2005/8/layout/default"/>
    <dgm:cxn modelId="{C76CA6FB-B86B-4661-B896-46A69E65AC65}" type="presParOf" srcId="{59C540DC-CD67-43D7-B4DE-3431CA769F9C}" destId="{7AB5025D-3167-49FC-B058-0CBC360792B6}" srcOrd="13" destOrd="0" presId="urn:microsoft.com/office/officeart/2005/8/layout/default"/>
    <dgm:cxn modelId="{0845238E-3DF4-4805-AF60-2ABE178DAD62}" type="presParOf" srcId="{59C540DC-CD67-43D7-B4DE-3431CA769F9C}" destId="{7F98E404-A046-40A4-9EEB-572FBC5A1C71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BF4830-40A8-49A5-9513-A0199C0304B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42A43A6-C0DE-405A-BB60-0CF2992F5F86}">
      <dgm:prSet/>
      <dgm:spPr/>
      <dgm:t>
        <a:bodyPr/>
        <a:lstStyle/>
        <a:p>
          <a:r>
            <a:rPr lang="en-US"/>
            <a:t>Wastage maintained at a low 0.60%, indicating efficient production practices.</a:t>
          </a:r>
        </a:p>
      </dgm:t>
    </dgm:pt>
    <dgm:pt modelId="{40A81FA7-9C6F-40CC-B77F-B4A7A0EDCD62}" type="parTrans" cxnId="{7E73ED2E-6FD8-4BCA-9F65-0E4BB6F24354}">
      <dgm:prSet/>
      <dgm:spPr/>
      <dgm:t>
        <a:bodyPr/>
        <a:lstStyle/>
        <a:p>
          <a:endParaRPr lang="en-US"/>
        </a:p>
      </dgm:t>
    </dgm:pt>
    <dgm:pt modelId="{4F84CB6B-44CD-411A-A379-FD27F1408CA2}" type="sibTrans" cxnId="{7E73ED2E-6FD8-4BCA-9F65-0E4BB6F24354}">
      <dgm:prSet/>
      <dgm:spPr/>
      <dgm:t>
        <a:bodyPr/>
        <a:lstStyle/>
        <a:p>
          <a:endParaRPr lang="en-US"/>
        </a:p>
      </dgm:t>
    </dgm:pt>
    <dgm:pt modelId="{CD769E25-7201-44C8-A88D-BE47FAA5592B}">
      <dgm:prSet/>
      <dgm:spPr/>
      <dgm:t>
        <a:bodyPr/>
        <a:lstStyle/>
        <a:p>
          <a:r>
            <a:rPr lang="en-US"/>
            <a:t>75.58% production utilization achieved, with scope for optimizing remaining capacity.</a:t>
          </a:r>
        </a:p>
      </dgm:t>
    </dgm:pt>
    <dgm:pt modelId="{702DAA9D-FF0D-46D6-ABE0-C7A59D99F752}" type="parTrans" cxnId="{37A13E05-79EF-4BC8-BFE4-C19A86B50B90}">
      <dgm:prSet/>
      <dgm:spPr/>
      <dgm:t>
        <a:bodyPr/>
        <a:lstStyle/>
        <a:p>
          <a:endParaRPr lang="en-US"/>
        </a:p>
      </dgm:t>
    </dgm:pt>
    <dgm:pt modelId="{CC38E079-9BF6-45BD-8C85-65378F114D82}" type="sibTrans" cxnId="{37A13E05-79EF-4BC8-BFE4-C19A86B50B90}">
      <dgm:prSet/>
      <dgm:spPr/>
      <dgm:t>
        <a:bodyPr/>
        <a:lstStyle/>
        <a:p>
          <a:endParaRPr lang="en-US"/>
        </a:p>
      </dgm:t>
    </dgm:pt>
    <dgm:pt modelId="{33C7BE2F-31D8-4113-AA5E-5DDFBBB48D5C}">
      <dgm:prSet/>
      <dgm:spPr/>
      <dgm:t>
        <a:bodyPr/>
        <a:lstStyle/>
        <a:p>
          <a:r>
            <a:rPr lang="en-US"/>
            <a:t>Highest rejection rates identified in specific employees and machines, enabling targeted process improvements.</a:t>
          </a:r>
        </a:p>
      </dgm:t>
    </dgm:pt>
    <dgm:pt modelId="{78DE6FDB-E546-45B0-A542-8B4D875E2745}" type="parTrans" cxnId="{1D5A8401-B104-4B24-97F1-06648CC4457E}">
      <dgm:prSet/>
      <dgm:spPr/>
      <dgm:t>
        <a:bodyPr/>
        <a:lstStyle/>
        <a:p>
          <a:endParaRPr lang="en-US"/>
        </a:p>
      </dgm:t>
    </dgm:pt>
    <dgm:pt modelId="{DEE250A3-993A-4CA6-9D8C-C5A0B5A1F6F6}" type="sibTrans" cxnId="{1D5A8401-B104-4B24-97F1-06648CC4457E}">
      <dgm:prSet/>
      <dgm:spPr/>
      <dgm:t>
        <a:bodyPr/>
        <a:lstStyle/>
        <a:p>
          <a:endParaRPr lang="en-US"/>
        </a:p>
      </dgm:t>
    </dgm:pt>
    <dgm:pt modelId="{436DFA2F-1D0E-48C9-8B78-8E742BFE399B}">
      <dgm:prSet/>
      <dgm:spPr/>
      <dgm:t>
        <a:bodyPr/>
        <a:lstStyle/>
        <a:p>
          <a:r>
            <a:rPr lang="en-US"/>
            <a:t>Department-wise analysis highlighted Woven Labels as a top contributor to both production and rejections, signaling focus areas for quality control.</a:t>
          </a:r>
        </a:p>
      </dgm:t>
    </dgm:pt>
    <dgm:pt modelId="{98307156-0197-405B-A077-9F50C687B146}" type="parTrans" cxnId="{7F32A92F-579D-48CE-B18D-1F97A9F987CF}">
      <dgm:prSet/>
      <dgm:spPr/>
      <dgm:t>
        <a:bodyPr/>
        <a:lstStyle/>
        <a:p>
          <a:endParaRPr lang="en-US"/>
        </a:p>
      </dgm:t>
    </dgm:pt>
    <dgm:pt modelId="{20021DF8-FCA6-4489-98AB-6E50884AB137}" type="sibTrans" cxnId="{7F32A92F-579D-48CE-B18D-1F97A9F987CF}">
      <dgm:prSet/>
      <dgm:spPr/>
      <dgm:t>
        <a:bodyPr/>
        <a:lstStyle/>
        <a:p>
          <a:endParaRPr lang="en-US"/>
        </a:p>
      </dgm:t>
    </dgm:pt>
    <dgm:pt modelId="{C97C3E32-62EA-4B5C-AE80-5D250A8C2D72}" type="pres">
      <dgm:prSet presAssocID="{FDBF4830-40A8-49A5-9513-A0199C0304B4}" presName="root" presStyleCnt="0">
        <dgm:presLayoutVars>
          <dgm:dir/>
          <dgm:resizeHandles val="exact"/>
        </dgm:presLayoutVars>
      </dgm:prSet>
      <dgm:spPr/>
    </dgm:pt>
    <dgm:pt modelId="{3872E17F-8F0F-481E-AC99-49BEF3B7F85B}" type="pres">
      <dgm:prSet presAssocID="{FDBF4830-40A8-49A5-9513-A0199C0304B4}" presName="container" presStyleCnt="0">
        <dgm:presLayoutVars>
          <dgm:dir/>
          <dgm:resizeHandles val="exact"/>
        </dgm:presLayoutVars>
      </dgm:prSet>
      <dgm:spPr/>
    </dgm:pt>
    <dgm:pt modelId="{8BC6E641-ABB1-44F0-B4D8-A29CE33E350A}" type="pres">
      <dgm:prSet presAssocID="{F42A43A6-C0DE-405A-BB60-0CF2992F5F86}" presName="compNode" presStyleCnt="0"/>
      <dgm:spPr/>
    </dgm:pt>
    <dgm:pt modelId="{6BB88575-9A31-4E19-91AF-86D6F7E32A86}" type="pres">
      <dgm:prSet presAssocID="{F42A43A6-C0DE-405A-BB60-0CF2992F5F86}" presName="iconBgRect" presStyleLbl="bgShp" presStyleIdx="0" presStyleCnt="4"/>
      <dgm:spPr/>
    </dgm:pt>
    <dgm:pt modelId="{E7B4DCDD-C83C-47FF-A0D9-BD7FEB9AC05A}" type="pres">
      <dgm:prSet presAssocID="{F42A43A6-C0DE-405A-BB60-0CF2992F5F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7F2CE3CC-5D77-4D16-8688-73DDB72A39B1}" type="pres">
      <dgm:prSet presAssocID="{F42A43A6-C0DE-405A-BB60-0CF2992F5F86}" presName="spaceRect" presStyleCnt="0"/>
      <dgm:spPr/>
    </dgm:pt>
    <dgm:pt modelId="{C96DFE86-0545-43A3-85FA-0D87F714D723}" type="pres">
      <dgm:prSet presAssocID="{F42A43A6-C0DE-405A-BB60-0CF2992F5F86}" presName="textRect" presStyleLbl="revTx" presStyleIdx="0" presStyleCnt="4">
        <dgm:presLayoutVars>
          <dgm:chMax val="1"/>
          <dgm:chPref val="1"/>
        </dgm:presLayoutVars>
      </dgm:prSet>
      <dgm:spPr/>
    </dgm:pt>
    <dgm:pt modelId="{1F240C66-0F20-49C0-9389-FE290CBF13FA}" type="pres">
      <dgm:prSet presAssocID="{4F84CB6B-44CD-411A-A379-FD27F1408CA2}" presName="sibTrans" presStyleLbl="sibTrans2D1" presStyleIdx="0" presStyleCnt="0"/>
      <dgm:spPr/>
    </dgm:pt>
    <dgm:pt modelId="{4E35491D-2698-4E9F-A230-CAAB7946945E}" type="pres">
      <dgm:prSet presAssocID="{CD769E25-7201-44C8-A88D-BE47FAA5592B}" presName="compNode" presStyleCnt="0"/>
      <dgm:spPr/>
    </dgm:pt>
    <dgm:pt modelId="{B49CA7A2-F0EA-430F-8C72-EA9B45A757B3}" type="pres">
      <dgm:prSet presAssocID="{CD769E25-7201-44C8-A88D-BE47FAA5592B}" presName="iconBgRect" presStyleLbl="bgShp" presStyleIdx="1" presStyleCnt="4"/>
      <dgm:spPr/>
    </dgm:pt>
    <dgm:pt modelId="{7307E1EC-A0AE-4F45-9FB9-44B163E2D29D}" type="pres">
      <dgm:prSet presAssocID="{CD769E25-7201-44C8-A88D-BE47FAA559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EB4E75C-263D-4D7B-B73F-B4D555154E1A}" type="pres">
      <dgm:prSet presAssocID="{CD769E25-7201-44C8-A88D-BE47FAA5592B}" presName="spaceRect" presStyleCnt="0"/>
      <dgm:spPr/>
    </dgm:pt>
    <dgm:pt modelId="{18DEDC58-6215-445C-923E-6183A2C7CBF6}" type="pres">
      <dgm:prSet presAssocID="{CD769E25-7201-44C8-A88D-BE47FAA5592B}" presName="textRect" presStyleLbl="revTx" presStyleIdx="1" presStyleCnt="4">
        <dgm:presLayoutVars>
          <dgm:chMax val="1"/>
          <dgm:chPref val="1"/>
        </dgm:presLayoutVars>
      </dgm:prSet>
      <dgm:spPr/>
    </dgm:pt>
    <dgm:pt modelId="{0B4C49A7-B591-4734-AA87-C24FFDA0D598}" type="pres">
      <dgm:prSet presAssocID="{CC38E079-9BF6-45BD-8C85-65378F114D82}" presName="sibTrans" presStyleLbl="sibTrans2D1" presStyleIdx="0" presStyleCnt="0"/>
      <dgm:spPr/>
    </dgm:pt>
    <dgm:pt modelId="{E4E3C5C7-F80E-4FD6-A367-F226442099D2}" type="pres">
      <dgm:prSet presAssocID="{33C7BE2F-31D8-4113-AA5E-5DDFBBB48D5C}" presName="compNode" presStyleCnt="0"/>
      <dgm:spPr/>
    </dgm:pt>
    <dgm:pt modelId="{0EA844E0-A2DB-45EE-8322-615D3A1E78EF}" type="pres">
      <dgm:prSet presAssocID="{33C7BE2F-31D8-4113-AA5E-5DDFBBB48D5C}" presName="iconBgRect" presStyleLbl="bgShp" presStyleIdx="2" presStyleCnt="4"/>
      <dgm:spPr/>
    </dgm:pt>
    <dgm:pt modelId="{C0751C51-8E29-4B64-90D7-C2292A5CC80A}" type="pres">
      <dgm:prSet presAssocID="{33C7BE2F-31D8-4113-AA5E-5DDFBBB48D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luencer"/>
        </a:ext>
      </dgm:extLst>
    </dgm:pt>
    <dgm:pt modelId="{7CF01F49-09BD-4956-80A7-79D125274160}" type="pres">
      <dgm:prSet presAssocID="{33C7BE2F-31D8-4113-AA5E-5DDFBBB48D5C}" presName="spaceRect" presStyleCnt="0"/>
      <dgm:spPr/>
    </dgm:pt>
    <dgm:pt modelId="{44F57071-8829-4DBA-9DD4-A5FDFA76728A}" type="pres">
      <dgm:prSet presAssocID="{33C7BE2F-31D8-4113-AA5E-5DDFBBB48D5C}" presName="textRect" presStyleLbl="revTx" presStyleIdx="2" presStyleCnt="4">
        <dgm:presLayoutVars>
          <dgm:chMax val="1"/>
          <dgm:chPref val="1"/>
        </dgm:presLayoutVars>
      </dgm:prSet>
      <dgm:spPr/>
    </dgm:pt>
    <dgm:pt modelId="{8ED01BD6-B4C3-4530-BBA8-0C85210AC6BA}" type="pres">
      <dgm:prSet presAssocID="{DEE250A3-993A-4CA6-9D8C-C5A0B5A1F6F6}" presName="sibTrans" presStyleLbl="sibTrans2D1" presStyleIdx="0" presStyleCnt="0"/>
      <dgm:spPr/>
    </dgm:pt>
    <dgm:pt modelId="{9B7DC487-E615-418B-8883-FAB8BC08B2CA}" type="pres">
      <dgm:prSet presAssocID="{436DFA2F-1D0E-48C9-8B78-8E742BFE399B}" presName="compNode" presStyleCnt="0"/>
      <dgm:spPr/>
    </dgm:pt>
    <dgm:pt modelId="{CF154C4E-43DE-487C-A049-508DB1F41903}" type="pres">
      <dgm:prSet presAssocID="{436DFA2F-1D0E-48C9-8B78-8E742BFE399B}" presName="iconBgRect" presStyleLbl="bgShp" presStyleIdx="3" presStyleCnt="4"/>
      <dgm:spPr/>
    </dgm:pt>
    <dgm:pt modelId="{776BBAB5-86A4-4101-A84B-A035DB7B33EF}" type="pres">
      <dgm:prSet presAssocID="{436DFA2F-1D0E-48C9-8B78-8E742BFE39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5FF534C3-C9B0-4931-B61F-21410B31AD45}" type="pres">
      <dgm:prSet presAssocID="{436DFA2F-1D0E-48C9-8B78-8E742BFE399B}" presName="spaceRect" presStyleCnt="0"/>
      <dgm:spPr/>
    </dgm:pt>
    <dgm:pt modelId="{DD514990-91B8-4F95-88D5-C97706593A87}" type="pres">
      <dgm:prSet presAssocID="{436DFA2F-1D0E-48C9-8B78-8E742BFE39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5A8401-B104-4B24-97F1-06648CC4457E}" srcId="{FDBF4830-40A8-49A5-9513-A0199C0304B4}" destId="{33C7BE2F-31D8-4113-AA5E-5DDFBBB48D5C}" srcOrd="2" destOrd="0" parTransId="{78DE6FDB-E546-45B0-A542-8B4D875E2745}" sibTransId="{DEE250A3-993A-4CA6-9D8C-C5A0B5A1F6F6}"/>
    <dgm:cxn modelId="{37A13E05-79EF-4BC8-BFE4-C19A86B50B90}" srcId="{FDBF4830-40A8-49A5-9513-A0199C0304B4}" destId="{CD769E25-7201-44C8-A88D-BE47FAA5592B}" srcOrd="1" destOrd="0" parTransId="{702DAA9D-FF0D-46D6-ABE0-C7A59D99F752}" sibTransId="{CC38E079-9BF6-45BD-8C85-65378F114D82}"/>
    <dgm:cxn modelId="{8B08A11F-8FAD-4622-970C-0D38AC3D4CAC}" type="presOf" srcId="{FDBF4830-40A8-49A5-9513-A0199C0304B4}" destId="{C97C3E32-62EA-4B5C-AE80-5D250A8C2D72}" srcOrd="0" destOrd="0" presId="urn:microsoft.com/office/officeart/2018/2/layout/IconCircleList"/>
    <dgm:cxn modelId="{C504F026-5073-4810-B302-A73A3627FE03}" type="presOf" srcId="{33C7BE2F-31D8-4113-AA5E-5DDFBBB48D5C}" destId="{44F57071-8829-4DBA-9DD4-A5FDFA76728A}" srcOrd="0" destOrd="0" presId="urn:microsoft.com/office/officeart/2018/2/layout/IconCircleList"/>
    <dgm:cxn modelId="{ACF51D2C-1C37-46C8-AF6E-3C65F1E9C9AA}" type="presOf" srcId="{436DFA2F-1D0E-48C9-8B78-8E742BFE399B}" destId="{DD514990-91B8-4F95-88D5-C97706593A87}" srcOrd="0" destOrd="0" presId="urn:microsoft.com/office/officeart/2018/2/layout/IconCircleList"/>
    <dgm:cxn modelId="{7E73ED2E-6FD8-4BCA-9F65-0E4BB6F24354}" srcId="{FDBF4830-40A8-49A5-9513-A0199C0304B4}" destId="{F42A43A6-C0DE-405A-BB60-0CF2992F5F86}" srcOrd="0" destOrd="0" parTransId="{40A81FA7-9C6F-40CC-B77F-B4A7A0EDCD62}" sibTransId="{4F84CB6B-44CD-411A-A379-FD27F1408CA2}"/>
    <dgm:cxn modelId="{7F32A92F-579D-48CE-B18D-1F97A9F987CF}" srcId="{FDBF4830-40A8-49A5-9513-A0199C0304B4}" destId="{436DFA2F-1D0E-48C9-8B78-8E742BFE399B}" srcOrd="3" destOrd="0" parTransId="{98307156-0197-405B-A077-9F50C687B146}" sibTransId="{20021DF8-FCA6-4489-98AB-6E50884AB137}"/>
    <dgm:cxn modelId="{3A30DD96-868C-4C09-967C-A7DA6866B768}" type="presOf" srcId="{CD769E25-7201-44C8-A88D-BE47FAA5592B}" destId="{18DEDC58-6215-445C-923E-6183A2C7CBF6}" srcOrd="0" destOrd="0" presId="urn:microsoft.com/office/officeart/2018/2/layout/IconCircleList"/>
    <dgm:cxn modelId="{D0255ABD-4D56-48FC-835B-D6A3D0F79D4C}" type="presOf" srcId="{DEE250A3-993A-4CA6-9D8C-C5A0B5A1F6F6}" destId="{8ED01BD6-B4C3-4530-BBA8-0C85210AC6BA}" srcOrd="0" destOrd="0" presId="urn:microsoft.com/office/officeart/2018/2/layout/IconCircleList"/>
    <dgm:cxn modelId="{444D5AE6-0DB0-439B-BCE0-4B282C910CA0}" type="presOf" srcId="{4F84CB6B-44CD-411A-A379-FD27F1408CA2}" destId="{1F240C66-0F20-49C0-9389-FE290CBF13FA}" srcOrd="0" destOrd="0" presId="urn:microsoft.com/office/officeart/2018/2/layout/IconCircleList"/>
    <dgm:cxn modelId="{FF190AF2-F409-408A-8B14-72D5005305F2}" type="presOf" srcId="{CC38E079-9BF6-45BD-8C85-65378F114D82}" destId="{0B4C49A7-B591-4734-AA87-C24FFDA0D598}" srcOrd="0" destOrd="0" presId="urn:microsoft.com/office/officeart/2018/2/layout/IconCircleList"/>
    <dgm:cxn modelId="{23C73EF8-986C-4101-A938-02E04FECC5F8}" type="presOf" srcId="{F42A43A6-C0DE-405A-BB60-0CF2992F5F86}" destId="{C96DFE86-0545-43A3-85FA-0D87F714D723}" srcOrd="0" destOrd="0" presId="urn:microsoft.com/office/officeart/2018/2/layout/IconCircleList"/>
    <dgm:cxn modelId="{5AB83A6E-08BB-4EA8-AC4C-7C1D74D823A4}" type="presParOf" srcId="{C97C3E32-62EA-4B5C-AE80-5D250A8C2D72}" destId="{3872E17F-8F0F-481E-AC99-49BEF3B7F85B}" srcOrd="0" destOrd="0" presId="urn:microsoft.com/office/officeart/2018/2/layout/IconCircleList"/>
    <dgm:cxn modelId="{616827FA-AE45-47EE-85B5-6BC5646D6E71}" type="presParOf" srcId="{3872E17F-8F0F-481E-AC99-49BEF3B7F85B}" destId="{8BC6E641-ABB1-44F0-B4D8-A29CE33E350A}" srcOrd="0" destOrd="0" presId="urn:microsoft.com/office/officeart/2018/2/layout/IconCircleList"/>
    <dgm:cxn modelId="{263B975B-FCDB-4476-9235-E3A18D6F9C38}" type="presParOf" srcId="{8BC6E641-ABB1-44F0-B4D8-A29CE33E350A}" destId="{6BB88575-9A31-4E19-91AF-86D6F7E32A86}" srcOrd="0" destOrd="0" presId="urn:microsoft.com/office/officeart/2018/2/layout/IconCircleList"/>
    <dgm:cxn modelId="{433E29F1-1537-4147-84A3-1B9EF9335F20}" type="presParOf" srcId="{8BC6E641-ABB1-44F0-B4D8-A29CE33E350A}" destId="{E7B4DCDD-C83C-47FF-A0D9-BD7FEB9AC05A}" srcOrd="1" destOrd="0" presId="urn:microsoft.com/office/officeart/2018/2/layout/IconCircleList"/>
    <dgm:cxn modelId="{25ACFB2B-89B1-4095-BB03-7CB3896B8880}" type="presParOf" srcId="{8BC6E641-ABB1-44F0-B4D8-A29CE33E350A}" destId="{7F2CE3CC-5D77-4D16-8688-73DDB72A39B1}" srcOrd="2" destOrd="0" presId="urn:microsoft.com/office/officeart/2018/2/layout/IconCircleList"/>
    <dgm:cxn modelId="{529459B9-3256-4C76-A1E5-0F77218F40E6}" type="presParOf" srcId="{8BC6E641-ABB1-44F0-B4D8-A29CE33E350A}" destId="{C96DFE86-0545-43A3-85FA-0D87F714D723}" srcOrd="3" destOrd="0" presId="urn:microsoft.com/office/officeart/2018/2/layout/IconCircleList"/>
    <dgm:cxn modelId="{E11287DE-2F46-4FCE-A01D-A3D3E6B619F3}" type="presParOf" srcId="{3872E17F-8F0F-481E-AC99-49BEF3B7F85B}" destId="{1F240C66-0F20-49C0-9389-FE290CBF13FA}" srcOrd="1" destOrd="0" presId="urn:microsoft.com/office/officeart/2018/2/layout/IconCircleList"/>
    <dgm:cxn modelId="{14DCA611-6025-474F-92F3-02410F649070}" type="presParOf" srcId="{3872E17F-8F0F-481E-AC99-49BEF3B7F85B}" destId="{4E35491D-2698-4E9F-A230-CAAB7946945E}" srcOrd="2" destOrd="0" presId="urn:microsoft.com/office/officeart/2018/2/layout/IconCircleList"/>
    <dgm:cxn modelId="{B3F385D9-0D1D-49B5-8418-7DF3A2AB66EF}" type="presParOf" srcId="{4E35491D-2698-4E9F-A230-CAAB7946945E}" destId="{B49CA7A2-F0EA-430F-8C72-EA9B45A757B3}" srcOrd="0" destOrd="0" presId="urn:microsoft.com/office/officeart/2018/2/layout/IconCircleList"/>
    <dgm:cxn modelId="{E946D4B1-D5EC-4D6F-B64B-21A00FFF34DA}" type="presParOf" srcId="{4E35491D-2698-4E9F-A230-CAAB7946945E}" destId="{7307E1EC-A0AE-4F45-9FB9-44B163E2D29D}" srcOrd="1" destOrd="0" presId="urn:microsoft.com/office/officeart/2018/2/layout/IconCircleList"/>
    <dgm:cxn modelId="{4D13DE56-44BD-4D77-BEB5-3F4542835D50}" type="presParOf" srcId="{4E35491D-2698-4E9F-A230-CAAB7946945E}" destId="{2EB4E75C-263D-4D7B-B73F-B4D555154E1A}" srcOrd="2" destOrd="0" presId="urn:microsoft.com/office/officeart/2018/2/layout/IconCircleList"/>
    <dgm:cxn modelId="{E01D8547-7952-4C06-B417-91672E93829B}" type="presParOf" srcId="{4E35491D-2698-4E9F-A230-CAAB7946945E}" destId="{18DEDC58-6215-445C-923E-6183A2C7CBF6}" srcOrd="3" destOrd="0" presId="urn:microsoft.com/office/officeart/2018/2/layout/IconCircleList"/>
    <dgm:cxn modelId="{0CFEE372-4B80-4E76-B9F2-A42DC87066A1}" type="presParOf" srcId="{3872E17F-8F0F-481E-AC99-49BEF3B7F85B}" destId="{0B4C49A7-B591-4734-AA87-C24FFDA0D598}" srcOrd="3" destOrd="0" presId="urn:microsoft.com/office/officeart/2018/2/layout/IconCircleList"/>
    <dgm:cxn modelId="{E3E02811-8016-4176-9270-F8EEE4D822F2}" type="presParOf" srcId="{3872E17F-8F0F-481E-AC99-49BEF3B7F85B}" destId="{E4E3C5C7-F80E-4FD6-A367-F226442099D2}" srcOrd="4" destOrd="0" presId="urn:microsoft.com/office/officeart/2018/2/layout/IconCircleList"/>
    <dgm:cxn modelId="{AF3522ED-B63A-4D36-9935-F57DCEF198F2}" type="presParOf" srcId="{E4E3C5C7-F80E-4FD6-A367-F226442099D2}" destId="{0EA844E0-A2DB-45EE-8322-615D3A1E78EF}" srcOrd="0" destOrd="0" presId="urn:microsoft.com/office/officeart/2018/2/layout/IconCircleList"/>
    <dgm:cxn modelId="{67B9EB71-D56B-40C3-91B8-C9F98DDF9186}" type="presParOf" srcId="{E4E3C5C7-F80E-4FD6-A367-F226442099D2}" destId="{C0751C51-8E29-4B64-90D7-C2292A5CC80A}" srcOrd="1" destOrd="0" presId="urn:microsoft.com/office/officeart/2018/2/layout/IconCircleList"/>
    <dgm:cxn modelId="{AADEBFF7-B442-4BF1-BD5C-532D9D6125B1}" type="presParOf" srcId="{E4E3C5C7-F80E-4FD6-A367-F226442099D2}" destId="{7CF01F49-09BD-4956-80A7-79D125274160}" srcOrd="2" destOrd="0" presId="urn:microsoft.com/office/officeart/2018/2/layout/IconCircleList"/>
    <dgm:cxn modelId="{DDF42B8A-A5D2-40A1-AF08-5EF16A2D77B8}" type="presParOf" srcId="{E4E3C5C7-F80E-4FD6-A367-F226442099D2}" destId="{44F57071-8829-4DBA-9DD4-A5FDFA76728A}" srcOrd="3" destOrd="0" presId="urn:microsoft.com/office/officeart/2018/2/layout/IconCircleList"/>
    <dgm:cxn modelId="{B4C849D7-3E4E-4FB1-9A4C-F1C0FF3B1991}" type="presParOf" srcId="{3872E17F-8F0F-481E-AC99-49BEF3B7F85B}" destId="{8ED01BD6-B4C3-4530-BBA8-0C85210AC6BA}" srcOrd="5" destOrd="0" presId="urn:microsoft.com/office/officeart/2018/2/layout/IconCircleList"/>
    <dgm:cxn modelId="{A940530E-8575-4E6B-924C-1FA4B787DDCA}" type="presParOf" srcId="{3872E17F-8F0F-481E-AC99-49BEF3B7F85B}" destId="{9B7DC487-E615-418B-8883-FAB8BC08B2CA}" srcOrd="6" destOrd="0" presId="urn:microsoft.com/office/officeart/2018/2/layout/IconCircleList"/>
    <dgm:cxn modelId="{98D62EC3-6330-4766-8806-770C3DF339A0}" type="presParOf" srcId="{9B7DC487-E615-418B-8883-FAB8BC08B2CA}" destId="{CF154C4E-43DE-487C-A049-508DB1F41903}" srcOrd="0" destOrd="0" presId="urn:microsoft.com/office/officeart/2018/2/layout/IconCircleList"/>
    <dgm:cxn modelId="{F580F92B-3BAD-489A-99A3-45A0200A5660}" type="presParOf" srcId="{9B7DC487-E615-418B-8883-FAB8BC08B2CA}" destId="{776BBAB5-86A4-4101-A84B-A035DB7B33EF}" srcOrd="1" destOrd="0" presId="urn:microsoft.com/office/officeart/2018/2/layout/IconCircleList"/>
    <dgm:cxn modelId="{9751ECE7-0183-4499-9475-7280F8BDA0B4}" type="presParOf" srcId="{9B7DC487-E615-418B-8883-FAB8BC08B2CA}" destId="{5FF534C3-C9B0-4931-B61F-21410B31AD45}" srcOrd="2" destOrd="0" presId="urn:microsoft.com/office/officeart/2018/2/layout/IconCircleList"/>
    <dgm:cxn modelId="{BB315552-0B9E-40F8-84E4-13DF0D9D91AB}" type="presParOf" srcId="{9B7DC487-E615-418B-8883-FAB8BC08B2CA}" destId="{DD514990-91B8-4F95-88D5-C97706593A8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0236FF-24DC-4E7A-8E9C-85711541E230}">
      <dsp:nvSpPr>
        <dsp:cNvPr id="0" name=""/>
        <dsp:cNvSpPr/>
      </dsp:nvSpPr>
      <dsp:spPr>
        <a:xfrm>
          <a:off x="0" y="612205"/>
          <a:ext cx="7163064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747D8-481F-40D2-B11D-BB719F67470C}">
      <dsp:nvSpPr>
        <dsp:cNvPr id="0" name=""/>
        <dsp:cNvSpPr/>
      </dsp:nvSpPr>
      <dsp:spPr>
        <a:xfrm>
          <a:off x="358153" y="36564"/>
          <a:ext cx="5014144" cy="1151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523" tIns="0" rIns="189523" bIns="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Ayush K Sonawane</a:t>
          </a:r>
        </a:p>
      </dsp:txBody>
      <dsp:txXfrm>
        <a:off x="414354" y="92765"/>
        <a:ext cx="4901742" cy="1038878"/>
      </dsp:txXfrm>
    </dsp:sp>
    <dsp:sp modelId="{2582B279-8910-4623-B82C-55F638BA6991}">
      <dsp:nvSpPr>
        <dsp:cNvPr id="0" name=""/>
        <dsp:cNvSpPr/>
      </dsp:nvSpPr>
      <dsp:spPr>
        <a:xfrm>
          <a:off x="0" y="2381245"/>
          <a:ext cx="7163064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025922"/>
              <a:satOff val="-15499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05E39-BD3B-4473-9F2F-E46B7C23E922}">
      <dsp:nvSpPr>
        <dsp:cNvPr id="0" name=""/>
        <dsp:cNvSpPr/>
      </dsp:nvSpPr>
      <dsp:spPr>
        <a:xfrm>
          <a:off x="358153" y="1805605"/>
          <a:ext cx="5014144" cy="1151280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523" tIns="0" rIns="189523" bIns="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Renuka Sanbal</a:t>
          </a:r>
        </a:p>
      </dsp:txBody>
      <dsp:txXfrm>
        <a:off x="414354" y="1861806"/>
        <a:ext cx="4901742" cy="10388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592D5-361B-4FF8-9516-5C990B025277}">
      <dsp:nvSpPr>
        <dsp:cNvPr id="0" name=""/>
        <dsp:cNvSpPr/>
      </dsp:nvSpPr>
      <dsp:spPr>
        <a:xfrm>
          <a:off x="1614893" y="6474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210D5-3832-4A4D-B849-FFA9F89FC127}">
      <dsp:nvSpPr>
        <dsp:cNvPr id="0" name=""/>
        <dsp:cNvSpPr/>
      </dsp:nvSpPr>
      <dsp:spPr>
        <a:xfrm>
          <a:off x="426893" y="24792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project focuses on analyzing manufacturing data to track production performance, monitor rejection rates, and optimize operational efficiency. </a:t>
          </a:r>
        </a:p>
      </dsp:txBody>
      <dsp:txXfrm>
        <a:off x="426893" y="2479216"/>
        <a:ext cx="4320000" cy="720000"/>
      </dsp:txXfrm>
    </dsp:sp>
    <dsp:sp modelId="{0BE52388-B55A-4080-9933-E9BF8C3C3BC8}">
      <dsp:nvSpPr>
        <dsp:cNvPr id="0" name=""/>
        <dsp:cNvSpPr/>
      </dsp:nvSpPr>
      <dsp:spPr>
        <a:xfrm>
          <a:off x="6690893" y="6474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E345F-0508-4929-8F1F-BC45EF32113C}">
      <dsp:nvSpPr>
        <dsp:cNvPr id="0" name=""/>
        <dsp:cNvSpPr/>
      </dsp:nvSpPr>
      <dsp:spPr>
        <a:xfrm>
          <a:off x="5502893" y="24792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It leverages data visualizations and KPIs to identify trends, department-wise performance, and workforce productivity.</a:t>
          </a:r>
        </a:p>
      </dsp:txBody>
      <dsp:txXfrm>
        <a:off x="5502893" y="2479216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A7A77-E01F-4C4E-A3B3-45E82FC07136}">
      <dsp:nvSpPr>
        <dsp:cNvPr id="0" name=""/>
        <dsp:cNvSpPr/>
      </dsp:nvSpPr>
      <dsp:spPr>
        <a:xfrm>
          <a:off x="167271" y="41888"/>
          <a:ext cx="1312656" cy="13126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8BB8F-67F1-455C-A7A9-DA7867E7C0FE}">
      <dsp:nvSpPr>
        <dsp:cNvPr id="0" name=""/>
        <dsp:cNvSpPr/>
      </dsp:nvSpPr>
      <dsp:spPr>
        <a:xfrm>
          <a:off x="442929" y="317546"/>
          <a:ext cx="761340" cy="7613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0BDF2-220F-4FA8-9582-0CA3EB15FC04}">
      <dsp:nvSpPr>
        <dsp:cNvPr id="0" name=""/>
        <dsp:cNvSpPr/>
      </dsp:nvSpPr>
      <dsp:spPr>
        <a:xfrm>
          <a:off x="1761211" y="41888"/>
          <a:ext cx="3094118" cy="131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To monitor key production metrics including Manufactured, Processed, Rejected, and Wastage Quantities.</a:t>
          </a:r>
          <a:endParaRPr lang="en-US" sz="1600" kern="1200"/>
        </a:p>
      </dsp:txBody>
      <dsp:txXfrm>
        <a:off x="1761211" y="41888"/>
        <a:ext cx="3094118" cy="1312656"/>
      </dsp:txXfrm>
    </dsp:sp>
    <dsp:sp modelId="{6532C7BB-0B40-4397-9624-C5DD4405DE16}">
      <dsp:nvSpPr>
        <dsp:cNvPr id="0" name=""/>
        <dsp:cNvSpPr/>
      </dsp:nvSpPr>
      <dsp:spPr>
        <a:xfrm>
          <a:off x="5394456" y="41888"/>
          <a:ext cx="1312656" cy="13126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AE5BE-0734-46AF-A3F1-BEFB1B82475B}">
      <dsp:nvSpPr>
        <dsp:cNvPr id="0" name=""/>
        <dsp:cNvSpPr/>
      </dsp:nvSpPr>
      <dsp:spPr>
        <a:xfrm>
          <a:off x="5670114" y="317546"/>
          <a:ext cx="761340" cy="7613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6CD21-97E4-4F35-91C3-DA8996005E03}">
      <dsp:nvSpPr>
        <dsp:cNvPr id="0" name=""/>
        <dsp:cNvSpPr/>
      </dsp:nvSpPr>
      <dsp:spPr>
        <a:xfrm>
          <a:off x="6988396" y="41888"/>
          <a:ext cx="3094118" cy="131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To analyze rejection patterns by Employee, Machine, and Department.</a:t>
          </a:r>
          <a:endParaRPr lang="en-US" sz="1600" kern="1200"/>
        </a:p>
      </dsp:txBody>
      <dsp:txXfrm>
        <a:off x="6988396" y="41888"/>
        <a:ext cx="3094118" cy="1312656"/>
      </dsp:txXfrm>
    </dsp:sp>
    <dsp:sp modelId="{558DC2D0-AB25-4045-9B29-6200649FD076}">
      <dsp:nvSpPr>
        <dsp:cNvPr id="0" name=""/>
        <dsp:cNvSpPr/>
      </dsp:nvSpPr>
      <dsp:spPr>
        <a:xfrm>
          <a:off x="167271" y="1909418"/>
          <a:ext cx="1312656" cy="13126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5E1E7-B58C-41A2-8B3B-CF421E824CF5}">
      <dsp:nvSpPr>
        <dsp:cNvPr id="0" name=""/>
        <dsp:cNvSpPr/>
      </dsp:nvSpPr>
      <dsp:spPr>
        <a:xfrm>
          <a:off x="442929" y="2185076"/>
          <a:ext cx="761340" cy="7613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3977E-8C23-407F-847E-42334E8FE48B}">
      <dsp:nvSpPr>
        <dsp:cNvPr id="0" name=""/>
        <dsp:cNvSpPr/>
      </dsp:nvSpPr>
      <dsp:spPr>
        <a:xfrm>
          <a:off x="1761211" y="1909418"/>
          <a:ext cx="3094118" cy="131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To identify production trends and resource utilization.</a:t>
          </a:r>
          <a:endParaRPr lang="en-US" sz="1600" kern="1200"/>
        </a:p>
      </dsp:txBody>
      <dsp:txXfrm>
        <a:off x="1761211" y="1909418"/>
        <a:ext cx="3094118" cy="1312656"/>
      </dsp:txXfrm>
    </dsp:sp>
    <dsp:sp modelId="{46324570-56C3-4971-B25A-1916C4F532D9}">
      <dsp:nvSpPr>
        <dsp:cNvPr id="0" name=""/>
        <dsp:cNvSpPr/>
      </dsp:nvSpPr>
      <dsp:spPr>
        <a:xfrm>
          <a:off x="5394456" y="1909418"/>
          <a:ext cx="1312656" cy="13126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8A472-3208-4F73-8BF0-BEBE83B41077}">
      <dsp:nvSpPr>
        <dsp:cNvPr id="0" name=""/>
        <dsp:cNvSpPr/>
      </dsp:nvSpPr>
      <dsp:spPr>
        <a:xfrm>
          <a:off x="5670114" y="2185076"/>
          <a:ext cx="761340" cy="7613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2BBE1-4D6A-4BA0-9F58-956A4D485DD7}">
      <dsp:nvSpPr>
        <dsp:cNvPr id="0" name=""/>
        <dsp:cNvSpPr/>
      </dsp:nvSpPr>
      <dsp:spPr>
        <a:xfrm>
          <a:off x="6988396" y="1909418"/>
          <a:ext cx="3094118" cy="131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To support decision-making by providing actionable insights through dashboards.</a:t>
          </a:r>
          <a:endParaRPr lang="en-US" sz="1600" kern="1200"/>
        </a:p>
      </dsp:txBody>
      <dsp:txXfrm>
        <a:off x="6988396" y="1909418"/>
        <a:ext cx="3094118" cy="13126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F8C8D6-FF6A-402B-AAE9-8A2200D7BA04}">
      <dsp:nvSpPr>
        <dsp:cNvPr id="0" name=""/>
        <dsp:cNvSpPr/>
      </dsp:nvSpPr>
      <dsp:spPr>
        <a:xfrm>
          <a:off x="3002" y="83503"/>
          <a:ext cx="2382274" cy="14293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Total Manufactured Quantity</a:t>
          </a:r>
        </a:p>
      </dsp:txBody>
      <dsp:txXfrm>
        <a:off x="3002" y="83503"/>
        <a:ext cx="2382274" cy="1429364"/>
      </dsp:txXfrm>
    </dsp:sp>
    <dsp:sp modelId="{D9EA8FE4-7BAC-4103-96CE-A58A9649780A}">
      <dsp:nvSpPr>
        <dsp:cNvPr id="0" name=""/>
        <dsp:cNvSpPr/>
      </dsp:nvSpPr>
      <dsp:spPr>
        <a:xfrm>
          <a:off x="2623505" y="83503"/>
          <a:ext cx="2382274" cy="14293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Total Processed Quantity</a:t>
          </a:r>
        </a:p>
      </dsp:txBody>
      <dsp:txXfrm>
        <a:off x="2623505" y="83503"/>
        <a:ext cx="2382274" cy="1429364"/>
      </dsp:txXfrm>
    </dsp:sp>
    <dsp:sp modelId="{22401EFB-750A-4877-B157-795CC3D7A5EC}">
      <dsp:nvSpPr>
        <dsp:cNvPr id="0" name=""/>
        <dsp:cNvSpPr/>
      </dsp:nvSpPr>
      <dsp:spPr>
        <a:xfrm>
          <a:off x="5244007" y="83503"/>
          <a:ext cx="2382274" cy="14293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Total Rejected Quantity</a:t>
          </a:r>
        </a:p>
      </dsp:txBody>
      <dsp:txXfrm>
        <a:off x="5244007" y="83503"/>
        <a:ext cx="2382274" cy="1429364"/>
      </dsp:txXfrm>
    </dsp:sp>
    <dsp:sp modelId="{6EEAC2DC-FFCF-4A7D-BC38-FCC32C6821E7}">
      <dsp:nvSpPr>
        <dsp:cNvPr id="0" name=""/>
        <dsp:cNvSpPr/>
      </dsp:nvSpPr>
      <dsp:spPr>
        <a:xfrm>
          <a:off x="7864509" y="83503"/>
          <a:ext cx="2382274" cy="14293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Wastage Percentage</a:t>
          </a:r>
        </a:p>
      </dsp:txBody>
      <dsp:txXfrm>
        <a:off x="7864509" y="83503"/>
        <a:ext cx="2382274" cy="1429364"/>
      </dsp:txXfrm>
    </dsp:sp>
    <dsp:sp modelId="{BAA445B3-A451-4E8D-A2B8-343DA21E0660}">
      <dsp:nvSpPr>
        <dsp:cNvPr id="0" name=""/>
        <dsp:cNvSpPr/>
      </dsp:nvSpPr>
      <dsp:spPr>
        <a:xfrm>
          <a:off x="3002" y="1751095"/>
          <a:ext cx="2382274" cy="14293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Employee Wise Rejected Qty</a:t>
          </a:r>
        </a:p>
      </dsp:txBody>
      <dsp:txXfrm>
        <a:off x="3002" y="1751095"/>
        <a:ext cx="2382274" cy="1429364"/>
      </dsp:txXfrm>
    </dsp:sp>
    <dsp:sp modelId="{006EEAE2-39A6-4BFA-B886-F7ED999EB0AF}">
      <dsp:nvSpPr>
        <dsp:cNvPr id="0" name=""/>
        <dsp:cNvSpPr/>
      </dsp:nvSpPr>
      <dsp:spPr>
        <a:xfrm>
          <a:off x="2623505" y="1751095"/>
          <a:ext cx="2382274" cy="14293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Machine Wise Rejected Qty</a:t>
          </a:r>
        </a:p>
      </dsp:txBody>
      <dsp:txXfrm>
        <a:off x="2623505" y="1751095"/>
        <a:ext cx="2382274" cy="1429364"/>
      </dsp:txXfrm>
    </dsp:sp>
    <dsp:sp modelId="{58FE860F-8D1F-4336-9410-CA978C909B17}">
      <dsp:nvSpPr>
        <dsp:cNvPr id="0" name=""/>
        <dsp:cNvSpPr/>
      </dsp:nvSpPr>
      <dsp:spPr>
        <a:xfrm>
          <a:off x="5244007" y="1751095"/>
          <a:ext cx="2382274" cy="14293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Department Wise Manufacturing vs Rejection Ratio</a:t>
          </a:r>
        </a:p>
      </dsp:txBody>
      <dsp:txXfrm>
        <a:off x="5244007" y="1751095"/>
        <a:ext cx="2382274" cy="1429364"/>
      </dsp:txXfrm>
    </dsp:sp>
    <dsp:sp modelId="{7F98E404-A046-40A4-9EEB-572FBC5A1C71}">
      <dsp:nvSpPr>
        <dsp:cNvPr id="0" name=""/>
        <dsp:cNvSpPr/>
      </dsp:nvSpPr>
      <dsp:spPr>
        <a:xfrm>
          <a:off x="7864509" y="1751095"/>
          <a:ext cx="2382274" cy="14293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Production Utilization Percentage</a:t>
          </a:r>
        </a:p>
      </dsp:txBody>
      <dsp:txXfrm>
        <a:off x="7864509" y="1751095"/>
        <a:ext cx="2382274" cy="14293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88575-9A31-4E19-91AF-86D6F7E32A86}">
      <dsp:nvSpPr>
        <dsp:cNvPr id="0" name=""/>
        <dsp:cNvSpPr/>
      </dsp:nvSpPr>
      <dsp:spPr>
        <a:xfrm>
          <a:off x="167271" y="41888"/>
          <a:ext cx="1312656" cy="13126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4DCDD-C83C-47FF-A0D9-BD7FEB9AC05A}">
      <dsp:nvSpPr>
        <dsp:cNvPr id="0" name=""/>
        <dsp:cNvSpPr/>
      </dsp:nvSpPr>
      <dsp:spPr>
        <a:xfrm>
          <a:off x="442929" y="317546"/>
          <a:ext cx="761340" cy="7613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DFE86-0545-43A3-85FA-0D87F714D723}">
      <dsp:nvSpPr>
        <dsp:cNvPr id="0" name=""/>
        <dsp:cNvSpPr/>
      </dsp:nvSpPr>
      <dsp:spPr>
        <a:xfrm>
          <a:off x="1761211" y="41888"/>
          <a:ext cx="3094118" cy="131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Wastage maintained at a low 0.60%, indicating efficient production practices.</a:t>
          </a:r>
        </a:p>
      </dsp:txBody>
      <dsp:txXfrm>
        <a:off x="1761211" y="41888"/>
        <a:ext cx="3094118" cy="1312656"/>
      </dsp:txXfrm>
    </dsp:sp>
    <dsp:sp modelId="{B49CA7A2-F0EA-430F-8C72-EA9B45A757B3}">
      <dsp:nvSpPr>
        <dsp:cNvPr id="0" name=""/>
        <dsp:cNvSpPr/>
      </dsp:nvSpPr>
      <dsp:spPr>
        <a:xfrm>
          <a:off x="5394456" y="41888"/>
          <a:ext cx="1312656" cy="13126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7E1EC-A0AE-4F45-9FB9-44B163E2D29D}">
      <dsp:nvSpPr>
        <dsp:cNvPr id="0" name=""/>
        <dsp:cNvSpPr/>
      </dsp:nvSpPr>
      <dsp:spPr>
        <a:xfrm>
          <a:off x="5670114" y="317546"/>
          <a:ext cx="761340" cy="7613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EDC58-6215-445C-923E-6183A2C7CBF6}">
      <dsp:nvSpPr>
        <dsp:cNvPr id="0" name=""/>
        <dsp:cNvSpPr/>
      </dsp:nvSpPr>
      <dsp:spPr>
        <a:xfrm>
          <a:off x="6988396" y="41888"/>
          <a:ext cx="3094118" cy="131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75.58% production utilization achieved, with scope for optimizing remaining capacity.</a:t>
          </a:r>
        </a:p>
      </dsp:txBody>
      <dsp:txXfrm>
        <a:off x="6988396" y="41888"/>
        <a:ext cx="3094118" cy="1312656"/>
      </dsp:txXfrm>
    </dsp:sp>
    <dsp:sp modelId="{0EA844E0-A2DB-45EE-8322-615D3A1E78EF}">
      <dsp:nvSpPr>
        <dsp:cNvPr id="0" name=""/>
        <dsp:cNvSpPr/>
      </dsp:nvSpPr>
      <dsp:spPr>
        <a:xfrm>
          <a:off x="167271" y="1909418"/>
          <a:ext cx="1312656" cy="13126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751C51-8E29-4B64-90D7-C2292A5CC80A}">
      <dsp:nvSpPr>
        <dsp:cNvPr id="0" name=""/>
        <dsp:cNvSpPr/>
      </dsp:nvSpPr>
      <dsp:spPr>
        <a:xfrm>
          <a:off x="442929" y="2185076"/>
          <a:ext cx="761340" cy="7613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57071-8829-4DBA-9DD4-A5FDFA76728A}">
      <dsp:nvSpPr>
        <dsp:cNvPr id="0" name=""/>
        <dsp:cNvSpPr/>
      </dsp:nvSpPr>
      <dsp:spPr>
        <a:xfrm>
          <a:off x="1761211" y="1909418"/>
          <a:ext cx="3094118" cy="131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Highest rejection rates identified in specific employees and machines, enabling targeted process improvements.</a:t>
          </a:r>
        </a:p>
      </dsp:txBody>
      <dsp:txXfrm>
        <a:off x="1761211" y="1909418"/>
        <a:ext cx="3094118" cy="1312656"/>
      </dsp:txXfrm>
    </dsp:sp>
    <dsp:sp modelId="{CF154C4E-43DE-487C-A049-508DB1F41903}">
      <dsp:nvSpPr>
        <dsp:cNvPr id="0" name=""/>
        <dsp:cNvSpPr/>
      </dsp:nvSpPr>
      <dsp:spPr>
        <a:xfrm>
          <a:off x="5394456" y="1909418"/>
          <a:ext cx="1312656" cy="13126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BBAB5-86A4-4101-A84B-A035DB7B33EF}">
      <dsp:nvSpPr>
        <dsp:cNvPr id="0" name=""/>
        <dsp:cNvSpPr/>
      </dsp:nvSpPr>
      <dsp:spPr>
        <a:xfrm>
          <a:off x="5670114" y="2185076"/>
          <a:ext cx="761340" cy="7613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14990-91B8-4F95-88D5-C97706593A87}">
      <dsp:nvSpPr>
        <dsp:cNvPr id="0" name=""/>
        <dsp:cNvSpPr/>
      </dsp:nvSpPr>
      <dsp:spPr>
        <a:xfrm>
          <a:off x="6988396" y="1909418"/>
          <a:ext cx="3094118" cy="131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Department-wise analysis highlighted Woven Labels as a top contributor to both production and rejections, signaling focus areas for quality control.</a:t>
          </a:r>
        </a:p>
      </dsp:txBody>
      <dsp:txXfrm>
        <a:off x="6988396" y="1909418"/>
        <a:ext cx="3094118" cy="1312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4/15/2025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85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6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51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81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56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27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801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01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47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47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65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01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eople doing teamwork illustration">
            <a:extLst>
              <a:ext uri="{FF2B5EF4-FFF2-40B4-BE49-F238E27FC236}">
                <a16:creationId xmlns:a16="http://schemas.microsoft.com/office/drawing/2014/main" id="{7FF1A806-3249-36EF-6E46-F13BF7CE5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6" b="922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7" name="Rectangle">
            <a:extLst>
              <a:ext uri="{FF2B5EF4-FFF2-40B4-BE49-F238E27FC236}">
                <a16:creationId xmlns:a16="http://schemas.microsoft.com/office/drawing/2014/main" id="{8B80D579-AC08-8D49-BB6A-21123F80B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8469492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3C8EB-0FD0-C738-6C9B-663D6FD32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6969505" cy="2866405"/>
          </a:xfrm>
        </p:spPr>
        <p:txBody>
          <a:bodyPr>
            <a:normAutofit/>
          </a:bodyPr>
          <a:lstStyle/>
          <a:p>
            <a:r>
              <a:rPr lang="en-IN" sz="6600"/>
              <a:t>Manafacturing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CCAE4-7E18-4FC2-F208-2E99EF28B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6969505" cy="1475177"/>
          </a:xfrm>
        </p:spPr>
        <p:txBody>
          <a:bodyPr>
            <a:normAutofit/>
          </a:bodyPr>
          <a:lstStyle/>
          <a:p>
            <a:r>
              <a:rPr lang="en-IN" b="1"/>
              <a:t>Group 4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C392F51-F23E-E242-9750-A5B1F128E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32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1864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D254B-D66F-91B7-EFD7-2125DAC0F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3" y="399158"/>
            <a:ext cx="4348494" cy="907185"/>
          </a:xfrm>
        </p:spPr>
        <p:txBody>
          <a:bodyPr>
            <a:noAutofit/>
          </a:bodyPr>
          <a:lstStyle/>
          <a:p>
            <a:r>
              <a:rPr lang="en-US" sz="5400" dirty="0"/>
              <a:t>Participants</a:t>
            </a:r>
            <a:endParaRPr lang="en-IN" sz="54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E5FF700-0832-7346-B31E-5F46CCA10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277D9C66-EBCA-9E4E-9915-3C23A4155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7EB4077-104B-084E-957D-3961E1A7B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4357416B-B608-7C4E-A39F-CC841142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C9272918-42EA-B449-A3F1-EE3EA89D9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B17F1055-397A-B748-8042-F50B0EE39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4B446987-771D-B443-A9EA-9D342077D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F4DC1D9-016A-93B3-D8AD-BB56BC45D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476939"/>
              </p:ext>
            </p:extLst>
          </p:nvPr>
        </p:nvGraphicFramePr>
        <p:xfrm>
          <a:off x="2641110" y="2363187"/>
          <a:ext cx="7163064" cy="3400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982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27977-E00D-BB7B-F572-F3AD6376B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dirty="0"/>
              <a:t>Overview of project</a:t>
            </a:r>
            <a:br>
              <a:rPr lang="en-IN" b="1" dirty="0"/>
            </a:br>
            <a:endParaRPr lang="en-IN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Content Placeholder 2">
            <a:extLst>
              <a:ext uri="{FF2B5EF4-FFF2-40B4-BE49-F238E27FC236}">
                <a16:creationId xmlns:a16="http://schemas.microsoft.com/office/drawing/2014/main" id="{969AF2BC-D89A-909B-AF1B-CCF080E2A7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787186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354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BC7DC-6364-D31B-3791-9BDD8303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/>
              <a:t>Project Objectives</a:t>
            </a:r>
            <a:br>
              <a:rPr lang="en-IN" b="1" dirty="0"/>
            </a:br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95C2DE6-6EF7-DDBC-06A6-0B783F162F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088129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5486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A28B0-D6C8-B4EF-0264-FA3867E6B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100" b="1"/>
              <a:t>Key Performance Indicators (KPIs)</a:t>
            </a:r>
            <a:br>
              <a:rPr lang="en-IN" sz="3100" b="1"/>
            </a:br>
            <a:endParaRPr lang="en-IN" sz="31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0AFD8000-9A95-45CC-E775-F1D693428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51758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559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DAA85-4D81-70C5-C940-38688D2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dirty="0"/>
              <a:t>Key Insights</a:t>
            </a:r>
            <a:br>
              <a:rPr lang="en-IN" b="1" dirty="0"/>
            </a:br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9C235A-1373-C1EC-B048-7F796F072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03983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8624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7749-1C8E-6612-385A-6F9EDE98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898" y="296543"/>
            <a:ext cx="5664828" cy="907185"/>
          </a:xfrm>
        </p:spPr>
        <p:txBody>
          <a:bodyPr/>
          <a:lstStyle/>
          <a:p>
            <a:r>
              <a:rPr lang="en-IN"/>
              <a:t>EXCEL DASHBOARD</a:t>
            </a:r>
            <a:endParaRPr lang="en-IN" dirty="0"/>
          </a:p>
        </p:txBody>
      </p:sp>
      <p:pic>
        <p:nvPicPr>
          <p:cNvPr id="5" name="Content Placeholder 4" descr="A close-up of a data dashboard&#10;&#10;AI-generated content may be incorrect.">
            <a:extLst>
              <a:ext uri="{FF2B5EF4-FFF2-40B4-BE49-F238E27FC236}">
                <a16:creationId xmlns:a16="http://schemas.microsoft.com/office/drawing/2014/main" id="{3424B5CA-BE96-2B44-93BD-74378CB35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99" y="1203728"/>
            <a:ext cx="10426427" cy="5511904"/>
          </a:xfrm>
        </p:spPr>
      </p:pic>
    </p:spTree>
    <p:extLst>
      <p:ext uri="{BB962C8B-B14F-4D97-AF65-F5344CB8AC3E}">
        <p14:creationId xmlns:p14="http://schemas.microsoft.com/office/powerpoint/2010/main" val="1453341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8A181392-0C9A-C979-B967-F180C39E5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81" y="370132"/>
            <a:ext cx="11739438" cy="6117735"/>
          </a:xfrm>
        </p:spPr>
      </p:pic>
    </p:spTree>
    <p:extLst>
      <p:ext uri="{BB962C8B-B14F-4D97-AF65-F5344CB8AC3E}">
        <p14:creationId xmlns:p14="http://schemas.microsoft.com/office/powerpoint/2010/main" val="141418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0FD144-0724-50B3-C73A-47B3EAFC3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780" y="338958"/>
            <a:ext cx="10914439" cy="6180083"/>
          </a:xfrm>
        </p:spPr>
      </p:pic>
    </p:spTree>
    <p:extLst>
      <p:ext uri="{BB962C8B-B14F-4D97-AF65-F5344CB8AC3E}">
        <p14:creationId xmlns:p14="http://schemas.microsoft.com/office/powerpoint/2010/main" val="510531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5EA3-5932-E853-DACE-D1B57E7F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9" y="1203509"/>
            <a:ext cx="3515237" cy="812104"/>
          </a:xfrm>
        </p:spPr>
        <p:txBody>
          <a:bodyPr/>
          <a:lstStyle/>
          <a:p>
            <a:r>
              <a:rPr lang="en-US" dirty="0"/>
              <a:t>SQL Queries </a:t>
            </a:r>
            <a:endParaRPr lang="en-IN" dirty="0"/>
          </a:p>
        </p:txBody>
      </p:sp>
      <p:pic>
        <p:nvPicPr>
          <p:cNvPr id="5" name="Content Placeholder 4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E7A96A61-FEEC-F00C-DB96-507ED3557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29" y="2252213"/>
            <a:ext cx="10791477" cy="3163849"/>
          </a:xfrm>
        </p:spPr>
      </p:pic>
    </p:spTree>
    <p:extLst>
      <p:ext uri="{BB962C8B-B14F-4D97-AF65-F5344CB8AC3E}">
        <p14:creationId xmlns:p14="http://schemas.microsoft.com/office/powerpoint/2010/main" val="3688790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816AF24-DA6F-C2FD-B92A-131D76093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3" y="84760"/>
            <a:ext cx="10367989" cy="3081482"/>
          </a:xfrm>
        </p:spPr>
      </p:pic>
      <p:pic>
        <p:nvPicPr>
          <p:cNvPr id="7" name="Picture 6" descr="A computer code with text&#10;&#10;AI-generated content may be incorrect.">
            <a:extLst>
              <a:ext uri="{FF2B5EF4-FFF2-40B4-BE49-F238E27FC236}">
                <a16:creationId xmlns:a16="http://schemas.microsoft.com/office/drawing/2014/main" id="{2DC4A32F-B171-78A3-DED6-F11C4E88D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0323"/>
            <a:ext cx="11127655" cy="325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63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8B7ECE4B-FDB7-7E5A-F860-248210F2B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0" y="366435"/>
            <a:ext cx="12114939" cy="5077924"/>
          </a:xfrm>
        </p:spPr>
      </p:pic>
    </p:spTree>
    <p:extLst>
      <p:ext uri="{BB962C8B-B14F-4D97-AF65-F5344CB8AC3E}">
        <p14:creationId xmlns:p14="http://schemas.microsoft.com/office/powerpoint/2010/main" val="4228781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41895-FE41-D8B1-D6C6-DB604853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Thank you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61AA58EE-5EB1-4668-7FF8-ECE050495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8232" y="2169236"/>
            <a:ext cx="3712134" cy="3712134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286294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AAD0B7-5DB7-442E-8AD7-F54AE8448BB8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207</Words>
  <Application>Microsoft Office PowerPoint</Application>
  <PresentationFormat>Widescreen</PresentationFormat>
  <Paragraphs>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Avenir Next</vt:lpstr>
      <vt:lpstr>Neue Haas Grotesk Text Pro</vt:lpstr>
      <vt:lpstr>PunchcardVTI</vt:lpstr>
      <vt:lpstr>Manafacturing Analysis</vt:lpstr>
      <vt:lpstr>Participants</vt:lpstr>
      <vt:lpstr>Overview of project </vt:lpstr>
      <vt:lpstr>Project Objectives </vt:lpstr>
      <vt:lpstr>Key Performance Indicators (KPIs) </vt:lpstr>
      <vt:lpstr>Key Insights </vt:lpstr>
      <vt:lpstr>EXCEL DASHBOARD</vt:lpstr>
      <vt:lpstr>PowerPoint Presentation</vt:lpstr>
      <vt:lpstr>PowerPoint Presentation</vt:lpstr>
      <vt:lpstr>SQL Queries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Sonawane</dc:creator>
  <cp:lastModifiedBy>Ayush Sonawane</cp:lastModifiedBy>
  <cp:revision>2</cp:revision>
  <dcterms:created xsi:type="dcterms:W3CDTF">2025-04-14T18:42:26Z</dcterms:created>
  <dcterms:modified xsi:type="dcterms:W3CDTF">2025-04-15T04:29:37Z</dcterms:modified>
</cp:coreProperties>
</file>